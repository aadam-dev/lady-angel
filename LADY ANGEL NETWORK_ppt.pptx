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8" r:id="rId5"/>
    <p:sldId id="270" r:id="rId6"/>
    <p:sldId id="271" r:id="rId7"/>
    <p:sldId id="277" r:id="rId8"/>
    <p:sldId id="272" r:id="rId9"/>
    <p:sldId id="274" r:id="rId10"/>
    <p:sldId id="275" r:id="rId11"/>
    <p:sldId id="273" r:id="rId12"/>
    <p:sldId id="27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A8E2BD-B5C1-44BF-9EA8-EDA83BEE7BA2}">
          <p14:sldIdLst>
            <p14:sldId id="256"/>
            <p14:sldId id="257"/>
            <p14:sldId id="268"/>
            <p14:sldId id="270"/>
            <p14:sldId id="271"/>
            <p14:sldId id="277"/>
            <p14:sldId id="272"/>
            <p14:sldId id="274"/>
            <p14:sldId id="275"/>
            <p14:sldId id="273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374"/>
    <a:srgbClr val="EC5E06"/>
    <a:srgbClr val="C45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C2EB3C-7E67-445D-92CD-E2A0E735114B}" type="doc">
      <dgm:prSet loTypeId="urn:microsoft.com/office/officeart/2008/layout/VerticalAccentList" loCatId="list" qsTypeId="urn:microsoft.com/office/officeart/2005/8/quickstyle/simple1" qsCatId="simple" csTypeId="urn:microsoft.com/office/officeart/2005/8/colors/accent6_5" csCatId="accent6"/>
      <dgm:spPr/>
      <dgm:t>
        <a:bodyPr/>
        <a:lstStyle/>
        <a:p>
          <a:endParaRPr lang="en-US"/>
        </a:p>
      </dgm:t>
    </dgm:pt>
    <dgm:pt modelId="{8961202E-F8A3-4CA7-A585-21B0D3E01DBF}">
      <dgm:prSet/>
      <dgm:spPr/>
      <dgm:t>
        <a:bodyPr/>
        <a:lstStyle/>
        <a:p>
          <a:pPr rtl="0"/>
          <a:r>
            <a:rPr lang="en-US" smtClean="0"/>
            <a:t>Introduction</a:t>
          </a:r>
          <a:endParaRPr lang="en-US"/>
        </a:p>
      </dgm:t>
    </dgm:pt>
    <dgm:pt modelId="{248910E1-CD89-4276-8A38-A3DFE5D5BECA}" type="parTrans" cxnId="{347AF87A-86D2-4BFF-853C-D0E7CC47BFF4}">
      <dgm:prSet/>
      <dgm:spPr/>
      <dgm:t>
        <a:bodyPr/>
        <a:lstStyle/>
        <a:p>
          <a:endParaRPr lang="en-US"/>
        </a:p>
      </dgm:t>
    </dgm:pt>
    <dgm:pt modelId="{59F8353C-179E-4A3D-83FD-47D3A237F0A9}" type="sibTrans" cxnId="{347AF87A-86D2-4BFF-853C-D0E7CC47BFF4}">
      <dgm:prSet/>
      <dgm:spPr/>
      <dgm:t>
        <a:bodyPr/>
        <a:lstStyle/>
        <a:p>
          <a:endParaRPr lang="en-US"/>
        </a:p>
      </dgm:t>
    </dgm:pt>
    <dgm:pt modelId="{DDADC94C-72D2-4611-A29D-76F1A4405DF8}">
      <dgm:prSet/>
      <dgm:spPr/>
      <dgm:t>
        <a:bodyPr/>
        <a:lstStyle/>
        <a:p>
          <a:pPr rtl="0"/>
          <a:r>
            <a:rPr lang="en-US" smtClean="0"/>
            <a:t>Guiding Principle</a:t>
          </a:r>
          <a:endParaRPr lang="en-US"/>
        </a:p>
      </dgm:t>
    </dgm:pt>
    <dgm:pt modelId="{B82C7607-BE09-4FD5-8152-1878ACFC22ED}" type="parTrans" cxnId="{71BA84AD-C03E-435E-9488-27700D4DA7DD}">
      <dgm:prSet/>
      <dgm:spPr/>
      <dgm:t>
        <a:bodyPr/>
        <a:lstStyle/>
        <a:p>
          <a:endParaRPr lang="en-US"/>
        </a:p>
      </dgm:t>
    </dgm:pt>
    <dgm:pt modelId="{B62359E9-45E4-4CAB-B4BD-84E19E02DBBB}" type="sibTrans" cxnId="{71BA84AD-C03E-435E-9488-27700D4DA7DD}">
      <dgm:prSet/>
      <dgm:spPr/>
      <dgm:t>
        <a:bodyPr/>
        <a:lstStyle/>
        <a:p>
          <a:endParaRPr lang="en-US"/>
        </a:p>
      </dgm:t>
    </dgm:pt>
    <dgm:pt modelId="{AEA09F00-3104-4723-8983-B8B1700837CE}">
      <dgm:prSet/>
      <dgm:spPr/>
      <dgm:t>
        <a:bodyPr/>
        <a:lstStyle/>
        <a:p>
          <a:pPr rtl="0"/>
          <a:r>
            <a:rPr lang="en-US" smtClean="0"/>
            <a:t>Membership</a:t>
          </a:r>
          <a:endParaRPr lang="en-US"/>
        </a:p>
      </dgm:t>
    </dgm:pt>
    <dgm:pt modelId="{B2067F51-427C-425E-AA42-C0DBCACB22B2}" type="parTrans" cxnId="{74A4A629-7725-4902-A813-E8036CBD7B34}">
      <dgm:prSet/>
      <dgm:spPr/>
      <dgm:t>
        <a:bodyPr/>
        <a:lstStyle/>
        <a:p>
          <a:endParaRPr lang="en-US"/>
        </a:p>
      </dgm:t>
    </dgm:pt>
    <dgm:pt modelId="{CD3B8A66-3792-4B90-A909-A8CBA45B9FC6}" type="sibTrans" cxnId="{74A4A629-7725-4902-A813-E8036CBD7B34}">
      <dgm:prSet/>
      <dgm:spPr/>
      <dgm:t>
        <a:bodyPr/>
        <a:lstStyle/>
        <a:p>
          <a:endParaRPr lang="en-US"/>
        </a:p>
      </dgm:t>
    </dgm:pt>
    <dgm:pt modelId="{AC55B39A-2EB4-45F4-8109-69831537AF0E}">
      <dgm:prSet/>
      <dgm:spPr/>
      <dgm:t>
        <a:bodyPr/>
        <a:lstStyle/>
        <a:p>
          <a:pPr rtl="0"/>
          <a:r>
            <a:rPr lang="en-US" smtClean="0"/>
            <a:t>Investment Models</a:t>
          </a:r>
          <a:endParaRPr lang="en-US"/>
        </a:p>
      </dgm:t>
    </dgm:pt>
    <dgm:pt modelId="{268142A3-82D6-4910-ACDB-DB0D97BE3290}" type="parTrans" cxnId="{3E15A4FA-DBEC-4CF4-ADDA-638F7E321809}">
      <dgm:prSet/>
      <dgm:spPr/>
      <dgm:t>
        <a:bodyPr/>
        <a:lstStyle/>
        <a:p>
          <a:endParaRPr lang="en-US"/>
        </a:p>
      </dgm:t>
    </dgm:pt>
    <dgm:pt modelId="{0E6888CE-2C0D-4548-AB83-1E2FFA659A1D}" type="sibTrans" cxnId="{3E15A4FA-DBEC-4CF4-ADDA-638F7E321809}">
      <dgm:prSet/>
      <dgm:spPr/>
      <dgm:t>
        <a:bodyPr/>
        <a:lstStyle/>
        <a:p>
          <a:endParaRPr lang="en-US"/>
        </a:p>
      </dgm:t>
    </dgm:pt>
    <dgm:pt modelId="{DF46525C-69C3-462F-9E14-89365F7BED9A}" type="pres">
      <dgm:prSet presAssocID="{2EC2EB3C-7E67-445D-92CD-E2A0E735114B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en-US"/>
        </a:p>
      </dgm:t>
    </dgm:pt>
    <dgm:pt modelId="{312E03BC-B995-4901-8C08-7D88AD443CA5}" type="pres">
      <dgm:prSet presAssocID="{8961202E-F8A3-4CA7-A585-21B0D3E01DBF}" presName="parenttextcomposite" presStyleCnt="0"/>
      <dgm:spPr/>
    </dgm:pt>
    <dgm:pt modelId="{309929A3-9693-4567-A9BD-4F0E87BC30E6}" type="pres">
      <dgm:prSet presAssocID="{8961202E-F8A3-4CA7-A585-21B0D3E01DBF}" presName="parenttext" presStyleLbl="revTx" presStyleIdx="0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74332B-EE93-4635-9F68-89905548D4AC}" type="pres">
      <dgm:prSet presAssocID="{8961202E-F8A3-4CA7-A585-21B0D3E01DBF}" presName="parallelogramComposite" presStyleCnt="0"/>
      <dgm:spPr/>
    </dgm:pt>
    <dgm:pt modelId="{F8F847DF-5D62-4D6C-BDD6-9A1765B514E1}" type="pres">
      <dgm:prSet presAssocID="{8961202E-F8A3-4CA7-A585-21B0D3E01DBF}" presName="parallelogram1" presStyleLbl="alignNode1" presStyleIdx="0" presStyleCnt="28"/>
      <dgm:spPr/>
    </dgm:pt>
    <dgm:pt modelId="{39ACC250-7104-4A80-AEDA-C397C837AE6D}" type="pres">
      <dgm:prSet presAssocID="{8961202E-F8A3-4CA7-A585-21B0D3E01DBF}" presName="parallelogram2" presStyleLbl="alignNode1" presStyleIdx="1" presStyleCnt="28"/>
      <dgm:spPr/>
    </dgm:pt>
    <dgm:pt modelId="{D0759A4B-3C08-4F86-AE7F-AA3EB4311953}" type="pres">
      <dgm:prSet presAssocID="{8961202E-F8A3-4CA7-A585-21B0D3E01DBF}" presName="parallelogram3" presStyleLbl="alignNode1" presStyleIdx="2" presStyleCnt="28"/>
      <dgm:spPr/>
    </dgm:pt>
    <dgm:pt modelId="{216A267B-1A95-4553-AC59-5E71D30E088E}" type="pres">
      <dgm:prSet presAssocID="{8961202E-F8A3-4CA7-A585-21B0D3E01DBF}" presName="parallelogram4" presStyleLbl="alignNode1" presStyleIdx="3" presStyleCnt="28"/>
      <dgm:spPr/>
    </dgm:pt>
    <dgm:pt modelId="{32EDE13D-068B-4F44-B1D1-CD3ABDBC386C}" type="pres">
      <dgm:prSet presAssocID="{8961202E-F8A3-4CA7-A585-21B0D3E01DBF}" presName="parallelogram5" presStyleLbl="alignNode1" presStyleIdx="4" presStyleCnt="28"/>
      <dgm:spPr/>
    </dgm:pt>
    <dgm:pt modelId="{2FCE8D26-D0D9-4DB8-AC4A-46C1D46A6380}" type="pres">
      <dgm:prSet presAssocID="{8961202E-F8A3-4CA7-A585-21B0D3E01DBF}" presName="parallelogram6" presStyleLbl="alignNode1" presStyleIdx="5" presStyleCnt="28"/>
      <dgm:spPr/>
    </dgm:pt>
    <dgm:pt modelId="{416FA24C-2F48-4FF4-A93E-5CFF7CBFBDEA}" type="pres">
      <dgm:prSet presAssocID="{8961202E-F8A3-4CA7-A585-21B0D3E01DBF}" presName="parallelogram7" presStyleLbl="alignNode1" presStyleIdx="6" presStyleCnt="28"/>
      <dgm:spPr/>
    </dgm:pt>
    <dgm:pt modelId="{023F6C03-D49F-477B-AB85-F4956DEE70A4}" type="pres">
      <dgm:prSet presAssocID="{59F8353C-179E-4A3D-83FD-47D3A237F0A9}" presName="sibTrans" presStyleCnt="0"/>
      <dgm:spPr/>
    </dgm:pt>
    <dgm:pt modelId="{BC2AA6E5-54C0-4654-A942-A1D7B2AAA211}" type="pres">
      <dgm:prSet presAssocID="{DDADC94C-72D2-4611-A29D-76F1A4405DF8}" presName="parenttextcomposite" presStyleCnt="0"/>
      <dgm:spPr/>
    </dgm:pt>
    <dgm:pt modelId="{CFEBB4E2-663A-4412-8AA3-6312F70FFDB5}" type="pres">
      <dgm:prSet presAssocID="{DDADC94C-72D2-4611-A29D-76F1A4405DF8}" presName="parenttext" presStyleLbl="revTx" presStyleIdx="1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4D2D7F-3A38-47E4-A221-E985DB5D5163}" type="pres">
      <dgm:prSet presAssocID="{DDADC94C-72D2-4611-A29D-76F1A4405DF8}" presName="parallelogramComposite" presStyleCnt="0"/>
      <dgm:spPr/>
    </dgm:pt>
    <dgm:pt modelId="{F92CDBB8-2513-4D6A-B6E1-266EBB534B0F}" type="pres">
      <dgm:prSet presAssocID="{DDADC94C-72D2-4611-A29D-76F1A4405DF8}" presName="parallelogram1" presStyleLbl="alignNode1" presStyleIdx="7" presStyleCnt="28"/>
      <dgm:spPr/>
    </dgm:pt>
    <dgm:pt modelId="{F3538E0A-2F15-4020-BA35-F0B5E35470DD}" type="pres">
      <dgm:prSet presAssocID="{DDADC94C-72D2-4611-A29D-76F1A4405DF8}" presName="parallelogram2" presStyleLbl="alignNode1" presStyleIdx="8" presStyleCnt="28"/>
      <dgm:spPr/>
    </dgm:pt>
    <dgm:pt modelId="{EA9EA040-F031-49FD-95BE-124AE01F6A17}" type="pres">
      <dgm:prSet presAssocID="{DDADC94C-72D2-4611-A29D-76F1A4405DF8}" presName="parallelogram3" presStyleLbl="alignNode1" presStyleIdx="9" presStyleCnt="28"/>
      <dgm:spPr/>
    </dgm:pt>
    <dgm:pt modelId="{055BC1DE-7ABF-46E7-9648-5AA62436CFBD}" type="pres">
      <dgm:prSet presAssocID="{DDADC94C-72D2-4611-A29D-76F1A4405DF8}" presName="parallelogram4" presStyleLbl="alignNode1" presStyleIdx="10" presStyleCnt="28"/>
      <dgm:spPr/>
    </dgm:pt>
    <dgm:pt modelId="{620A1805-68EB-40F4-871E-831E78E2EF0A}" type="pres">
      <dgm:prSet presAssocID="{DDADC94C-72D2-4611-A29D-76F1A4405DF8}" presName="parallelogram5" presStyleLbl="alignNode1" presStyleIdx="11" presStyleCnt="28"/>
      <dgm:spPr/>
    </dgm:pt>
    <dgm:pt modelId="{CBC08806-4FAD-4DDE-8B1B-521E2F58BA1A}" type="pres">
      <dgm:prSet presAssocID="{DDADC94C-72D2-4611-A29D-76F1A4405DF8}" presName="parallelogram6" presStyleLbl="alignNode1" presStyleIdx="12" presStyleCnt="28"/>
      <dgm:spPr/>
    </dgm:pt>
    <dgm:pt modelId="{B5ECF4CB-3DB5-4C0E-8E08-84AA6F2BDDD3}" type="pres">
      <dgm:prSet presAssocID="{DDADC94C-72D2-4611-A29D-76F1A4405DF8}" presName="parallelogram7" presStyleLbl="alignNode1" presStyleIdx="13" presStyleCnt="28"/>
      <dgm:spPr/>
    </dgm:pt>
    <dgm:pt modelId="{1276185D-8C5C-4795-98C3-AF1D1B7A08F4}" type="pres">
      <dgm:prSet presAssocID="{B62359E9-45E4-4CAB-B4BD-84E19E02DBBB}" presName="sibTrans" presStyleCnt="0"/>
      <dgm:spPr/>
    </dgm:pt>
    <dgm:pt modelId="{71A28B8D-C6CB-4A5A-A9A1-A60BCC0FBCC0}" type="pres">
      <dgm:prSet presAssocID="{AEA09F00-3104-4723-8983-B8B1700837CE}" presName="parenttextcomposite" presStyleCnt="0"/>
      <dgm:spPr/>
    </dgm:pt>
    <dgm:pt modelId="{DD3AF9A4-9149-499F-A3AA-0DB728689676}" type="pres">
      <dgm:prSet presAssocID="{AEA09F00-3104-4723-8983-B8B1700837CE}" presName="parenttext" presStyleLbl="revTx" presStyleIdx="2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DD974D-79B6-4735-9AA1-64F316A98621}" type="pres">
      <dgm:prSet presAssocID="{AEA09F00-3104-4723-8983-B8B1700837CE}" presName="parallelogramComposite" presStyleCnt="0"/>
      <dgm:spPr/>
    </dgm:pt>
    <dgm:pt modelId="{906A6FF9-222E-4766-A335-9CCF774CB334}" type="pres">
      <dgm:prSet presAssocID="{AEA09F00-3104-4723-8983-B8B1700837CE}" presName="parallelogram1" presStyleLbl="alignNode1" presStyleIdx="14" presStyleCnt="28"/>
      <dgm:spPr/>
    </dgm:pt>
    <dgm:pt modelId="{AACB00DE-1975-4785-9D95-3862430FF181}" type="pres">
      <dgm:prSet presAssocID="{AEA09F00-3104-4723-8983-B8B1700837CE}" presName="parallelogram2" presStyleLbl="alignNode1" presStyleIdx="15" presStyleCnt="28"/>
      <dgm:spPr/>
    </dgm:pt>
    <dgm:pt modelId="{BBC94EFC-9920-416B-96B0-65C9573A3578}" type="pres">
      <dgm:prSet presAssocID="{AEA09F00-3104-4723-8983-B8B1700837CE}" presName="parallelogram3" presStyleLbl="alignNode1" presStyleIdx="16" presStyleCnt="28"/>
      <dgm:spPr/>
    </dgm:pt>
    <dgm:pt modelId="{FE72A543-18A0-4D28-A1D2-9324DB69D68A}" type="pres">
      <dgm:prSet presAssocID="{AEA09F00-3104-4723-8983-B8B1700837CE}" presName="parallelogram4" presStyleLbl="alignNode1" presStyleIdx="17" presStyleCnt="28"/>
      <dgm:spPr/>
    </dgm:pt>
    <dgm:pt modelId="{B5A2B884-4944-4C84-90E1-14048E22EBC1}" type="pres">
      <dgm:prSet presAssocID="{AEA09F00-3104-4723-8983-B8B1700837CE}" presName="parallelogram5" presStyleLbl="alignNode1" presStyleIdx="18" presStyleCnt="28"/>
      <dgm:spPr/>
    </dgm:pt>
    <dgm:pt modelId="{4A3DEBB4-2D46-4AFC-B55E-3F23DA8ECD89}" type="pres">
      <dgm:prSet presAssocID="{AEA09F00-3104-4723-8983-B8B1700837CE}" presName="parallelogram6" presStyleLbl="alignNode1" presStyleIdx="19" presStyleCnt="28"/>
      <dgm:spPr/>
    </dgm:pt>
    <dgm:pt modelId="{EAC6AFD8-841D-40DD-BDCF-3F9908886BAF}" type="pres">
      <dgm:prSet presAssocID="{AEA09F00-3104-4723-8983-B8B1700837CE}" presName="parallelogram7" presStyleLbl="alignNode1" presStyleIdx="20" presStyleCnt="28"/>
      <dgm:spPr/>
    </dgm:pt>
    <dgm:pt modelId="{D9764CDA-2670-4CB8-8D6A-B8EE9328C6CC}" type="pres">
      <dgm:prSet presAssocID="{CD3B8A66-3792-4B90-A909-A8CBA45B9FC6}" presName="sibTrans" presStyleCnt="0"/>
      <dgm:spPr/>
    </dgm:pt>
    <dgm:pt modelId="{779A9F49-B676-4492-B983-64BA21DF591E}" type="pres">
      <dgm:prSet presAssocID="{AC55B39A-2EB4-45F4-8109-69831537AF0E}" presName="parenttextcomposite" presStyleCnt="0"/>
      <dgm:spPr/>
    </dgm:pt>
    <dgm:pt modelId="{C81EEFDA-609B-4FC9-AD64-BE91571DA0B4}" type="pres">
      <dgm:prSet presAssocID="{AC55B39A-2EB4-45F4-8109-69831537AF0E}" presName="parenttext" presStyleLbl="revTx" presStyleIdx="3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90552F-E8E5-4CB2-BDAD-5759EDB37417}" type="pres">
      <dgm:prSet presAssocID="{AC55B39A-2EB4-45F4-8109-69831537AF0E}" presName="parallelogramComposite" presStyleCnt="0"/>
      <dgm:spPr/>
    </dgm:pt>
    <dgm:pt modelId="{FC33191E-1279-4C4A-927C-55D82C93DC91}" type="pres">
      <dgm:prSet presAssocID="{AC55B39A-2EB4-45F4-8109-69831537AF0E}" presName="parallelogram1" presStyleLbl="alignNode1" presStyleIdx="21" presStyleCnt="28"/>
      <dgm:spPr/>
    </dgm:pt>
    <dgm:pt modelId="{BFC43E94-6901-4A10-B802-0EEC647BBA4B}" type="pres">
      <dgm:prSet presAssocID="{AC55B39A-2EB4-45F4-8109-69831537AF0E}" presName="parallelogram2" presStyleLbl="alignNode1" presStyleIdx="22" presStyleCnt="28"/>
      <dgm:spPr/>
    </dgm:pt>
    <dgm:pt modelId="{D190B670-36D3-442A-8E58-CA8C2C2EE704}" type="pres">
      <dgm:prSet presAssocID="{AC55B39A-2EB4-45F4-8109-69831537AF0E}" presName="parallelogram3" presStyleLbl="alignNode1" presStyleIdx="23" presStyleCnt="28"/>
      <dgm:spPr/>
    </dgm:pt>
    <dgm:pt modelId="{C1E9A4EC-1D2C-44A5-B70E-D1068152CAFD}" type="pres">
      <dgm:prSet presAssocID="{AC55B39A-2EB4-45F4-8109-69831537AF0E}" presName="parallelogram4" presStyleLbl="alignNode1" presStyleIdx="24" presStyleCnt="28"/>
      <dgm:spPr/>
    </dgm:pt>
    <dgm:pt modelId="{F759F29D-8B26-42F7-9902-F8CC8B8EA869}" type="pres">
      <dgm:prSet presAssocID="{AC55B39A-2EB4-45F4-8109-69831537AF0E}" presName="parallelogram5" presStyleLbl="alignNode1" presStyleIdx="25" presStyleCnt="28"/>
      <dgm:spPr/>
    </dgm:pt>
    <dgm:pt modelId="{A0F929E0-8922-46D5-AA61-DCEE53835D3B}" type="pres">
      <dgm:prSet presAssocID="{AC55B39A-2EB4-45F4-8109-69831537AF0E}" presName="parallelogram6" presStyleLbl="alignNode1" presStyleIdx="26" presStyleCnt="28"/>
      <dgm:spPr/>
    </dgm:pt>
    <dgm:pt modelId="{EBC9FE5A-47BD-44E4-8C1E-EBEB34084C7B}" type="pres">
      <dgm:prSet presAssocID="{AC55B39A-2EB4-45F4-8109-69831537AF0E}" presName="parallelogram7" presStyleLbl="alignNode1" presStyleIdx="27" presStyleCnt="28"/>
      <dgm:spPr/>
    </dgm:pt>
  </dgm:ptLst>
  <dgm:cxnLst>
    <dgm:cxn modelId="{0C19F864-F857-4CD7-B7DE-C5D0A2B83798}" type="presOf" srcId="{AEA09F00-3104-4723-8983-B8B1700837CE}" destId="{DD3AF9A4-9149-499F-A3AA-0DB728689676}" srcOrd="0" destOrd="0" presId="urn:microsoft.com/office/officeart/2008/layout/VerticalAccentList"/>
    <dgm:cxn modelId="{74A4A629-7725-4902-A813-E8036CBD7B34}" srcId="{2EC2EB3C-7E67-445D-92CD-E2A0E735114B}" destId="{AEA09F00-3104-4723-8983-B8B1700837CE}" srcOrd="2" destOrd="0" parTransId="{B2067F51-427C-425E-AA42-C0DBCACB22B2}" sibTransId="{CD3B8A66-3792-4B90-A909-A8CBA45B9FC6}"/>
    <dgm:cxn modelId="{A4E43CF7-B32F-4A99-8FAE-774127D7637A}" type="presOf" srcId="{DDADC94C-72D2-4611-A29D-76F1A4405DF8}" destId="{CFEBB4E2-663A-4412-8AA3-6312F70FFDB5}" srcOrd="0" destOrd="0" presId="urn:microsoft.com/office/officeart/2008/layout/VerticalAccentList"/>
    <dgm:cxn modelId="{347AF87A-86D2-4BFF-853C-D0E7CC47BFF4}" srcId="{2EC2EB3C-7E67-445D-92CD-E2A0E735114B}" destId="{8961202E-F8A3-4CA7-A585-21B0D3E01DBF}" srcOrd="0" destOrd="0" parTransId="{248910E1-CD89-4276-8A38-A3DFE5D5BECA}" sibTransId="{59F8353C-179E-4A3D-83FD-47D3A237F0A9}"/>
    <dgm:cxn modelId="{9D9D8682-B396-428C-98E2-C1F3A7F3999C}" type="presOf" srcId="{2EC2EB3C-7E67-445D-92CD-E2A0E735114B}" destId="{DF46525C-69C3-462F-9E14-89365F7BED9A}" srcOrd="0" destOrd="0" presId="urn:microsoft.com/office/officeart/2008/layout/VerticalAccentList"/>
    <dgm:cxn modelId="{3E15A4FA-DBEC-4CF4-ADDA-638F7E321809}" srcId="{2EC2EB3C-7E67-445D-92CD-E2A0E735114B}" destId="{AC55B39A-2EB4-45F4-8109-69831537AF0E}" srcOrd="3" destOrd="0" parTransId="{268142A3-82D6-4910-ACDB-DB0D97BE3290}" sibTransId="{0E6888CE-2C0D-4548-AB83-1E2FFA659A1D}"/>
    <dgm:cxn modelId="{FD4A29CC-5CA8-478C-833D-C7CEDF0707A9}" type="presOf" srcId="{AC55B39A-2EB4-45F4-8109-69831537AF0E}" destId="{C81EEFDA-609B-4FC9-AD64-BE91571DA0B4}" srcOrd="0" destOrd="0" presId="urn:microsoft.com/office/officeart/2008/layout/VerticalAccentList"/>
    <dgm:cxn modelId="{71BA84AD-C03E-435E-9488-27700D4DA7DD}" srcId="{2EC2EB3C-7E67-445D-92CD-E2A0E735114B}" destId="{DDADC94C-72D2-4611-A29D-76F1A4405DF8}" srcOrd="1" destOrd="0" parTransId="{B82C7607-BE09-4FD5-8152-1878ACFC22ED}" sibTransId="{B62359E9-45E4-4CAB-B4BD-84E19E02DBBB}"/>
    <dgm:cxn modelId="{0D3D993A-08BA-479E-8A6A-B5ECC38230E2}" type="presOf" srcId="{8961202E-F8A3-4CA7-A585-21B0D3E01DBF}" destId="{309929A3-9693-4567-A9BD-4F0E87BC30E6}" srcOrd="0" destOrd="0" presId="urn:microsoft.com/office/officeart/2008/layout/VerticalAccentList"/>
    <dgm:cxn modelId="{01D1D07E-1A0C-40AE-A9E7-501441092A34}" type="presParOf" srcId="{DF46525C-69C3-462F-9E14-89365F7BED9A}" destId="{312E03BC-B995-4901-8C08-7D88AD443CA5}" srcOrd="0" destOrd="0" presId="urn:microsoft.com/office/officeart/2008/layout/VerticalAccentList"/>
    <dgm:cxn modelId="{69BDFC7E-8569-47EA-8AEC-65C3740F4DE7}" type="presParOf" srcId="{312E03BC-B995-4901-8C08-7D88AD443CA5}" destId="{309929A3-9693-4567-A9BD-4F0E87BC30E6}" srcOrd="0" destOrd="0" presId="urn:microsoft.com/office/officeart/2008/layout/VerticalAccentList"/>
    <dgm:cxn modelId="{840DFA64-A64F-42CD-B443-5022524AE5F3}" type="presParOf" srcId="{DF46525C-69C3-462F-9E14-89365F7BED9A}" destId="{9D74332B-EE93-4635-9F68-89905548D4AC}" srcOrd="1" destOrd="0" presId="urn:microsoft.com/office/officeart/2008/layout/VerticalAccentList"/>
    <dgm:cxn modelId="{31F5AD14-919F-47FB-B02E-8A145597DB1A}" type="presParOf" srcId="{9D74332B-EE93-4635-9F68-89905548D4AC}" destId="{F8F847DF-5D62-4D6C-BDD6-9A1765B514E1}" srcOrd="0" destOrd="0" presId="urn:microsoft.com/office/officeart/2008/layout/VerticalAccentList"/>
    <dgm:cxn modelId="{BC11FCB6-00F3-4836-A3DA-8AC7A8FFD2F2}" type="presParOf" srcId="{9D74332B-EE93-4635-9F68-89905548D4AC}" destId="{39ACC250-7104-4A80-AEDA-C397C837AE6D}" srcOrd="1" destOrd="0" presId="urn:microsoft.com/office/officeart/2008/layout/VerticalAccentList"/>
    <dgm:cxn modelId="{2D979AAA-96FA-4446-AE5D-01963B3EF266}" type="presParOf" srcId="{9D74332B-EE93-4635-9F68-89905548D4AC}" destId="{D0759A4B-3C08-4F86-AE7F-AA3EB4311953}" srcOrd="2" destOrd="0" presId="urn:microsoft.com/office/officeart/2008/layout/VerticalAccentList"/>
    <dgm:cxn modelId="{F6467FBE-A15D-4B6E-A9FF-A3BC5E52453C}" type="presParOf" srcId="{9D74332B-EE93-4635-9F68-89905548D4AC}" destId="{216A267B-1A95-4553-AC59-5E71D30E088E}" srcOrd="3" destOrd="0" presId="urn:microsoft.com/office/officeart/2008/layout/VerticalAccentList"/>
    <dgm:cxn modelId="{96DDC12F-B19F-4A14-9FC3-D43495893BC5}" type="presParOf" srcId="{9D74332B-EE93-4635-9F68-89905548D4AC}" destId="{32EDE13D-068B-4F44-B1D1-CD3ABDBC386C}" srcOrd="4" destOrd="0" presId="urn:microsoft.com/office/officeart/2008/layout/VerticalAccentList"/>
    <dgm:cxn modelId="{0895556A-0186-4590-BBE5-7AB1E6F0B4E0}" type="presParOf" srcId="{9D74332B-EE93-4635-9F68-89905548D4AC}" destId="{2FCE8D26-D0D9-4DB8-AC4A-46C1D46A6380}" srcOrd="5" destOrd="0" presId="urn:microsoft.com/office/officeart/2008/layout/VerticalAccentList"/>
    <dgm:cxn modelId="{B2DB6CB1-DF3D-4328-8BF0-270CE9D1246D}" type="presParOf" srcId="{9D74332B-EE93-4635-9F68-89905548D4AC}" destId="{416FA24C-2F48-4FF4-A93E-5CFF7CBFBDEA}" srcOrd="6" destOrd="0" presId="urn:microsoft.com/office/officeart/2008/layout/VerticalAccentList"/>
    <dgm:cxn modelId="{B7E3A422-4087-4884-AE28-1E85CBC15E12}" type="presParOf" srcId="{DF46525C-69C3-462F-9E14-89365F7BED9A}" destId="{023F6C03-D49F-477B-AB85-F4956DEE70A4}" srcOrd="2" destOrd="0" presId="urn:microsoft.com/office/officeart/2008/layout/VerticalAccentList"/>
    <dgm:cxn modelId="{375AB6C1-4119-4775-BA64-1C7DC2B61B37}" type="presParOf" srcId="{DF46525C-69C3-462F-9E14-89365F7BED9A}" destId="{BC2AA6E5-54C0-4654-A942-A1D7B2AAA211}" srcOrd="3" destOrd="0" presId="urn:microsoft.com/office/officeart/2008/layout/VerticalAccentList"/>
    <dgm:cxn modelId="{7C936089-2FDB-4CB5-BDA8-ADFC017838FC}" type="presParOf" srcId="{BC2AA6E5-54C0-4654-A942-A1D7B2AAA211}" destId="{CFEBB4E2-663A-4412-8AA3-6312F70FFDB5}" srcOrd="0" destOrd="0" presId="urn:microsoft.com/office/officeart/2008/layout/VerticalAccentList"/>
    <dgm:cxn modelId="{C8CEADC7-B666-4DD6-A8CC-0BF4D454F652}" type="presParOf" srcId="{DF46525C-69C3-462F-9E14-89365F7BED9A}" destId="{554D2D7F-3A38-47E4-A221-E985DB5D5163}" srcOrd="4" destOrd="0" presId="urn:microsoft.com/office/officeart/2008/layout/VerticalAccentList"/>
    <dgm:cxn modelId="{6563DEBE-B62C-46E9-ADDB-F259F1B3D975}" type="presParOf" srcId="{554D2D7F-3A38-47E4-A221-E985DB5D5163}" destId="{F92CDBB8-2513-4D6A-B6E1-266EBB534B0F}" srcOrd="0" destOrd="0" presId="urn:microsoft.com/office/officeart/2008/layout/VerticalAccentList"/>
    <dgm:cxn modelId="{26F4E7F0-453A-4073-B50A-FE7B25157048}" type="presParOf" srcId="{554D2D7F-3A38-47E4-A221-E985DB5D5163}" destId="{F3538E0A-2F15-4020-BA35-F0B5E35470DD}" srcOrd="1" destOrd="0" presId="urn:microsoft.com/office/officeart/2008/layout/VerticalAccentList"/>
    <dgm:cxn modelId="{C1830682-7552-438F-99FE-33A558795C21}" type="presParOf" srcId="{554D2D7F-3A38-47E4-A221-E985DB5D5163}" destId="{EA9EA040-F031-49FD-95BE-124AE01F6A17}" srcOrd="2" destOrd="0" presId="urn:microsoft.com/office/officeart/2008/layout/VerticalAccentList"/>
    <dgm:cxn modelId="{52132A48-0F93-4D9A-B89C-0656E9755185}" type="presParOf" srcId="{554D2D7F-3A38-47E4-A221-E985DB5D5163}" destId="{055BC1DE-7ABF-46E7-9648-5AA62436CFBD}" srcOrd="3" destOrd="0" presId="urn:microsoft.com/office/officeart/2008/layout/VerticalAccentList"/>
    <dgm:cxn modelId="{633749A1-C5DC-4B73-B15E-BC64195AD4ED}" type="presParOf" srcId="{554D2D7F-3A38-47E4-A221-E985DB5D5163}" destId="{620A1805-68EB-40F4-871E-831E78E2EF0A}" srcOrd="4" destOrd="0" presId="urn:microsoft.com/office/officeart/2008/layout/VerticalAccentList"/>
    <dgm:cxn modelId="{93DEE93B-FFE8-46C9-8785-E276FF624C57}" type="presParOf" srcId="{554D2D7F-3A38-47E4-A221-E985DB5D5163}" destId="{CBC08806-4FAD-4DDE-8B1B-521E2F58BA1A}" srcOrd="5" destOrd="0" presId="urn:microsoft.com/office/officeart/2008/layout/VerticalAccentList"/>
    <dgm:cxn modelId="{8DB23005-A56E-41FD-A494-DD748AE1C96E}" type="presParOf" srcId="{554D2D7F-3A38-47E4-A221-E985DB5D5163}" destId="{B5ECF4CB-3DB5-4C0E-8E08-84AA6F2BDDD3}" srcOrd="6" destOrd="0" presId="urn:microsoft.com/office/officeart/2008/layout/VerticalAccentList"/>
    <dgm:cxn modelId="{F6AA8CA9-49FA-4875-8810-F31FCCD7B37F}" type="presParOf" srcId="{DF46525C-69C3-462F-9E14-89365F7BED9A}" destId="{1276185D-8C5C-4795-98C3-AF1D1B7A08F4}" srcOrd="5" destOrd="0" presId="urn:microsoft.com/office/officeart/2008/layout/VerticalAccentList"/>
    <dgm:cxn modelId="{9A5A7250-B97D-4054-AE9F-6D490A476974}" type="presParOf" srcId="{DF46525C-69C3-462F-9E14-89365F7BED9A}" destId="{71A28B8D-C6CB-4A5A-A9A1-A60BCC0FBCC0}" srcOrd="6" destOrd="0" presId="urn:microsoft.com/office/officeart/2008/layout/VerticalAccentList"/>
    <dgm:cxn modelId="{CD74934F-70FB-44E5-A6C7-BF3C49F1CF0F}" type="presParOf" srcId="{71A28B8D-C6CB-4A5A-A9A1-A60BCC0FBCC0}" destId="{DD3AF9A4-9149-499F-A3AA-0DB728689676}" srcOrd="0" destOrd="0" presId="urn:microsoft.com/office/officeart/2008/layout/VerticalAccentList"/>
    <dgm:cxn modelId="{F7EF7EB6-7586-470B-AC12-64276BBB1006}" type="presParOf" srcId="{DF46525C-69C3-462F-9E14-89365F7BED9A}" destId="{A4DD974D-79B6-4735-9AA1-64F316A98621}" srcOrd="7" destOrd="0" presId="urn:microsoft.com/office/officeart/2008/layout/VerticalAccentList"/>
    <dgm:cxn modelId="{B69EA425-3042-4EA9-B9F2-49298BAAE370}" type="presParOf" srcId="{A4DD974D-79B6-4735-9AA1-64F316A98621}" destId="{906A6FF9-222E-4766-A335-9CCF774CB334}" srcOrd="0" destOrd="0" presId="urn:microsoft.com/office/officeart/2008/layout/VerticalAccentList"/>
    <dgm:cxn modelId="{11FE4A68-2813-4F9B-9EDE-FCB7AC1A5E92}" type="presParOf" srcId="{A4DD974D-79B6-4735-9AA1-64F316A98621}" destId="{AACB00DE-1975-4785-9D95-3862430FF181}" srcOrd="1" destOrd="0" presId="urn:microsoft.com/office/officeart/2008/layout/VerticalAccentList"/>
    <dgm:cxn modelId="{7FFB5F15-ECC1-488A-9221-1F7AD714733F}" type="presParOf" srcId="{A4DD974D-79B6-4735-9AA1-64F316A98621}" destId="{BBC94EFC-9920-416B-96B0-65C9573A3578}" srcOrd="2" destOrd="0" presId="urn:microsoft.com/office/officeart/2008/layout/VerticalAccentList"/>
    <dgm:cxn modelId="{B1115EAB-F63D-40DE-8DE3-C6CF5865F54E}" type="presParOf" srcId="{A4DD974D-79B6-4735-9AA1-64F316A98621}" destId="{FE72A543-18A0-4D28-A1D2-9324DB69D68A}" srcOrd="3" destOrd="0" presId="urn:microsoft.com/office/officeart/2008/layout/VerticalAccentList"/>
    <dgm:cxn modelId="{62327C81-C1CE-4C1C-966D-1EC75FDDD882}" type="presParOf" srcId="{A4DD974D-79B6-4735-9AA1-64F316A98621}" destId="{B5A2B884-4944-4C84-90E1-14048E22EBC1}" srcOrd="4" destOrd="0" presId="urn:microsoft.com/office/officeart/2008/layout/VerticalAccentList"/>
    <dgm:cxn modelId="{4C502BD4-C3F1-4A11-9541-587F3AD98C6E}" type="presParOf" srcId="{A4DD974D-79B6-4735-9AA1-64F316A98621}" destId="{4A3DEBB4-2D46-4AFC-B55E-3F23DA8ECD89}" srcOrd="5" destOrd="0" presId="urn:microsoft.com/office/officeart/2008/layout/VerticalAccentList"/>
    <dgm:cxn modelId="{801ADFE8-733E-4D73-9DCA-D544D1812B71}" type="presParOf" srcId="{A4DD974D-79B6-4735-9AA1-64F316A98621}" destId="{EAC6AFD8-841D-40DD-BDCF-3F9908886BAF}" srcOrd="6" destOrd="0" presId="urn:microsoft.com/office/officeart/2008/layout/VerticalAccentList"/>
    <dgm:cxn modelId="{BF409FEA-9DBC-4388-A12E-047F27485B39}" type="presParOf" srcId="{DF46525C-69C3-462F-9E14-89365F7BED9A}" destId="{D9764CDA-2670-4CB8-8D6A-B8EE9328C6CC}" srcOrd="8" destOrd="0" presId="urn:microsoft.com/office/officeart/2008/layout/VerticalAccentList"/>
    <dgm:cxn modelId="{BDBD4010-347C-4C9A-B331-CCD5EFDDE695}" type="presParOf" srcId="{DF46525C-69C3-462F-9E14-89365F7BED9A}" destId="{779A9F49-B676-4492-B983-64BA21DF591E}" srcOrd="9" destOrd="0" presId="urn:microsoft.com/office/officeart/2008/layout/VerticalAccentList"/>
    <dgm:cxn modelId="{A4301EDC-AF83-457D-8543-201B43A73D70}" type="presParOf" srcId="{779A9F49-B676-4492-B983-64BA21DF591E}" destId="{C81EEFDA-609B-4FC9-AD64-BE91571DA0B4}" srcOrd="0" destOrd="0" presId="urn:microsoft.com/office/officeart/2008/layout/VerticalAccentList"/>
    <dgm:cxn modelId="{FE148B66-4646-423E-8D55-704E21EA0874}" type="presParOf" srcId="{DF46525C-69C3-462F-9E14-89365F7BED9A}" destId="{0B90552F-E8E5-4CB2-BDAD-5759EDB37417}" srcOrd="10" destOrd="0" presId="urn:microsoft.com/office/officeart/2008/layout/VerticalAccentList"/>
    <dgm:cxn modelId="{31D1EA9C-62BD-479A-9A0E-5C39588D1B96}" type="presParOf" srcId="{0B90552F-E8E5-4CB2-BDAD-5759EDB37417}" destId="{FC33191E-1279-4C4A-927C-55D82C93DC91}" srcOrd="0" destOrd="0" presId="urn:microsoft.com/office/officeart/2008/layout/VerticalAccentList"/>
    <dgm:cxn modelId="{30701B49-3BA3-434E-9DB3-CAB60D816226}" type="presParOf" srcId="{0B90552F-E8E5-4CB2-BDAD-5759EDB37417}" destId="{BFC43E94-6901-4A10-B802-0EEC647BBA4B}" srcOrd="1" destOrd="0" presId="urn:microsoft.com/office/officeart/2008/layout/VerticalAccentList"/>
    <dgm:cxn modelId="{5E31DEAB-E9A8-476C-9DCF-E85B7FBC60AE}" type="presParOf" srcId="{0B90552F-E8E5-4CB2-BDAD-5759EDB37417}" destId="{D190B670-36D3-442A-8E58-CA8C2C2EE704}" srcOrd="2" destOrd="0" presId="urn:microsoft.com/office/officeart/2008/layout/VerticalAccentList"/>
    <dgm:cxn modelId="{6A68F760-DD9E-4258-89A9-57BDEF20FAD9}" type="presParOf" srcId="{0B90552F-E8E5-4CB2-BDAD-5759EDB37417}" destId="{C1E9A4EC-1D2C-44A5-B70E-D1068152CAFD}" srcOrd="3" destOrd="0" presId="urn:microsoft.com/office/officeart/2008/layout/VerticalAccentList"/>
    <dgm:cxn modelId="{39661801-2D3F-4BD6-9594-41A1C5C1BD62}" type="presParOf" srcId="{0B90552F-E8E5-4CB2-BDAD-5759EDB37417}" destId="{F759F29D-8B26-42F7-9902-F8CC8B8EA869}" srcOrd="4" destOrd="0" presId="urn:microsoft.com/office/officeart/2008/layout/VerticalAccentList"/>
    <dgm:cxn modelId="{3AC8E37E-427D-42A7-957D-11FE4B94DF66}" type="presParOf" srcId="{0B90552F-E8E5-4CB2-BDAD-5759EDB37417}" destId="{A0F929E0-8922-46D5-AA61-DCEE53835D3B}" srcOrd="5" destOrd="0" presId="urn:microsoft.com/office/officeart/2008/layout/VerticalAccentList"/>
    <dgm:cxn modelId="{55516E91-7467-4BA3-97ED-5C811113CE0D}" type="presParOf" srcId="{0B90552F-E8E5-4CB2-BDAD-5759EDB37417}" destId="{EBC9FE5A-47BD-44E4-8C1E-EBEB34084C7B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868FF5-53AB-4264-96F2-F4B0C58D8D51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448336-A47F-4BBD-A686-680EC11A139C}">
      <dgm:prSet/>
      <dgm:spPr/>
      <dgm:t>
        <a:bodyPr/>
        <a:lstStyle/>
        <a:p>
          <a:pPr rtl="0"/>
          <a:r>
            <a:rPr lang="en-US" smtClean="0"/>
            <a:t>A Network of professional women who are devoted in supporting young women led business with money and technical support.</a:t>
          </a:r>
          <a:endParaRPr lang="en-US"/>
        </a:p>
      </dgm:t>
    </dgm:pt>
    <dgm:pt modelId="{E063D713-3C5A-4FCF-B893-502550930171}" type="parTrans" cxnId="{147E6ADF-4EE7-45C9-BF7B-40B89ADCF25B}">
      <dgm:prSet/>
      <dgm:spPr/>
      <dgm:t>
        <a:bodyPr/>
        <a:lstStyle/>
        <a:p>
          <a:endParaRPr lang="en-US"/>
        </a:p>
      </dgm:t>
    </dgm:pt>
    <dgm:pt modelId="{82C7C598-87F6-4B71-A6B5-39C32CC9F295}" type="sibTrans" cxnId="{147E6ADF-4EE7-45C9-BF7B-40B89ADCF25B}">
      <dgm:prSet/>
      <dgm:spPr/>
      <dgm:t>
        <a:bodyPr/>
        <a:lstStyle/>
        <a:p>
          <a:endParaRPr lang="en-US"/>
        </a:p>
      </dgm:t>
    </dgm:pt>
    <dgm:pt modelId="{98A279E2-E6DE-4BD6-B1A2-FE6F911B0958}">
      <dgm:prSet/>
      <dgm:spPr/>
      <dgm:t>
        <a:bodyPr/>
        <a:lstStyle/>
        <a:p>
          <a:pPr rtl="0"/>
          <a:r>
            <a:rPr lang="en-US" dirty="0" smtClean="0"/>
            <a:t>The Network members are encourage to invest personal funds into young entrepreneurial women in addition to mentoring and coaching.</a:t>
          </a:r>
          <a:endParaRPr lang="en-US" dirty="0"/>
        </a:p>
      </dgm:t>
    </dgm:pt>
    <dgm:pt modelId="{0F0707E7-CAE8-4D2F-A52D-94FE08756EE8}" type="parTrans" cxnId="{E31BE282-03E5-4EF9-B73F-E5B66E16F47D}">
      <dgm:prSet/>
      <dgm:spPr/>
      <dgm:t>
        <a:bodyPr/>
        <a:lstStyle/>
        <a:p>
          <a:endParaRPr lang="en-US"/>
        </a:p>
      </dgm:t>
    </dgm:pt>
    <dgm:pt modelId="{F73BD42A-9D10-4359-993D-5BCC47815381}" type="sibTrans" cxnId="{E31BE282-03E5-4EF9-B73F-E5B66E16F47D}">
      <dgm:prSet/>
      <dgm:spPr/>
      <dgm:t>
        <a:bodyPr/>
        <a:lstStyle/>
        <a:p>
          <a:endParaRPr lang="en-US"/>
        </a:p>
      </dgm:t>
    </dgm:pt>
    <dgm:pt modelId="{0465BF8A-2EDE-4C45-85E4-3AFABD7C53A6}" type="pres">
      <dgm:prSet presAssocID="{2C868FF5-53AB-4264-96F2-F4B0C58D8D51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17A9911-1E78-46D1-8418-B34E1E49EA98}" type="pres">
      <dgm:prSet presAssocID="{F1448336-A47F-4BBD-A686-680EC11A139C}" presName="composite" presStyleCnt="0"/>
      <dgm:spPr/>
    </dgm:pt>
    <dgm:pt modelId="{9418168E-7446-4EAA-B0FB-8D0F474E27E2}" type="pres">
      <dgm:prSet presAssocID="{F1448336-A47F-4BBD-A686-680EC11A139C}" presName="LShape" presStyleLbl="alignNode1" presStyleIdx="0" presStyleCnt="3"/>
      <dgm:spPr>
        <a:solidFill>
          <a:srgbClr val="164374"/>
        </a:solidFill>
      </dgm:spPr>
    </dgm:pt>
    <dgm:pt modelId="{51278C40-8986-47DF-9FBB-DFFBAD255678}" type="pres">
      <dgm:prSet presAssocID="{F1448336-A47F-4BBD-A686-680EC11A139C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A6564A-D276-4FB9-A78E-E026C1A2680D}" type="pres">
      <dgm:prSet presAssocID="{F1448336-A47F-4BBD-A686-680EC11A139C}" presName="Triangle" presStyleLbl="alignNode1" presStyleIdx="1" presStyleCnt="3"/>
      <dgm:spPr>
        <a:solidFill>
          <a:schemeClr val="bg1">
            <a:lumMod val="50000"/>
          </a:schemeClr>
        </a:solidFill>
        <a:ln>
          <a:solidFill>
            <a:srgbClr val="EC5E06"/>
          </a:solidFill>
        </a:ln>
      </dgm:spPr>
    </dgm:pt>
    <dgm:pt modelId="{0CE2303A-73F0-4AA0-8B81-6F9ADBAADFE6}" type="pres">
      <dgm:prSet presAssocID="{82C7C598-87F6-4B71-A6B5-39C32CC9F295}" presName="sibTrans" presStyleCnt="0"/>
      <dgm:spPr/>
    </dgm:pt>
    <dgm:pt modelId="{B7B5F7F3-2EA2-44AC-859F-0E23EF86CCFD}" type="pres">
      <dgm:prSet presAssocID="{82C7C598-87F6-4B71-A6B5-39C32CC9F295}" presName="space" presStyleCnt="0"/>
      <dgm:spPr/>
    </dgm:pt>
    <dgm:pt modelId="{B4CB2CAF-4019-440E-A88D-B690928B9511}" type="pres">
      <dgm:prSet presAssocID="{98A279E2-E6DE-4BD6-B1A2-FE6F911B0958}" presName="composite" presStyleCnt="0"/>
      <dgm:spPr/>
    </dgm:pt>
    <dgm:pt modelId="{CF94059C-2609-4456-A629-64ABCCD4A203}" type="pres">
      <dgm:prSet presAssocID="{98A279E2-E6DE-4BD6-B1A2-FE6F911B0958}" presName="LShape" presStyleLbl="alignNode1" presStyleIdx="2" presStyleCnt="3"/>
      <dgm:spPr/>
    </dgm:pt>
    <dgm:pt modelId="{61408204-9D27-4720-86BE-E0EF85DA57B9}" type="pres">
      <dgm:prSet presAssocID="{98A279E2-E6DE-4BD6-B1A2-FE6F911B0958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31BE282-03E5-4EF9-B73F-E5B66E16F47D}" srcId="{2C868FF5-53AB-4264-96F2-F4B0C58D8D51}" destId="{98A279E2-E6DE-4BD6-B1A2-FE6F911B0958}" srcOrd="1" destOrd="0" parTransId="{0F0707E7-CAE8-4D2F-A52D-94FE08756EE8}" sibTransId="{F73BD42A-9D10-4359-993D-5BCC47815381}"/>
    <dgm:cxn modelId="{E4226666-3D3A-4FB3-A6E4-E86F2BBDF8B6}" type="presOf" srcId="{2C868FF5-53AB-4264-96F2-F4B0C58D8D51}" destId="{0465BF8A-2EDE-4C45-85E4-3AFABD7C53A6}" srcOrd="0" destOrd="0" presId="urn:microsoft.com/office/officeart/2009/3/layout/StepUpProcess"/>
    <dgm:cxn modelId="{66FBED30-D516-4BB3-9A33-74B23ADC7B54}" type="presOf" srcId="{98A279E2-E6DE-4BD6-B1A2-FE6F911B0958}" destId="{61408204-9D27-4720-86BE-E0EF85DA57B9}" srcOrd="0" destOrd="0" presId="urn:microsoft.com/office/officeart/2009/3/layout/StepUpProcess"/>
    <dgm:cxn modelId="{147E6ADF-4EE7-45C9-BF7B-40B89ADCF25B}" srcId="{2C868FF5-53AB-4264-96F2-F4B0C58D8D51}" destId="{F1448336-A47F-4BBD-A686-680EC11A139C}" srcOrd="0" destOrd="0" parTransId="{E063D713-3C5A-4FCF-B893-502550930171}" sibTransId="{82C7C598-87F6-4B71-A6B5-39C32CC9F295}"/>
    <dgm:cxn modelId="{A9B3EB2F-7F55-4738-AE23-2E701733AA93}" type="presOf" srcId="{F1448336-A47F-4BBD-A686-680EC11A139C}" destId="{51278C40-8986-47DF-9FBB-DFFBAD255678}" srcOrd="0" destOrd="0" presId="urn:microsoft.com/office/officeart/2009/3/layout/StepUpProcess"/>
    <dgm:cxn modelId="{281CF7D9-CF54-4BEB-B13B-96A4F458BB17}" type="presParOf" srcId="{0465BF8A-2EDE-4C45-85E4-3AFABD7C53A6}" destId="{917A9911-1E78-46D1-8418-B34E1E49EA98}" srcOrd="0" destOrd="0" presId="urn:microsoft.com/office/officeart/2009/3/layout/StepUpProcess"/>
    <dgm:cxn modelId="{86A6285C-ED7F-441C-8D5A-5D4F69C7938A}" type="presParOf" srcId="{917A9911-1E78-46D1-8418-B34E1E49EA98}" destId="{9418168E-7446-4EAA-B0FB-8D0F474E27E2}" srcOrd="0" destOrd="0" presId="urn:microsoft.com/office/officeart/2009/3/layout/StepUpProcess"/>
    <dgm:cxn modelId="{6F785252-869F-40D4-BA60-7343B05AE73E}" type="presParOf" srcId="{917A9911-1E78-46D1-8418-B34E1E49EA98}" destId="{51278C40-8986-47DF-9FBB-DFFBAD255678}" srcOrd="1" destOrd="0" presId="urn:microsoft.com/office/officeart/2009/3/layout/StepUpProcess"/>
    <dgm:cxn modelId="{9CEBAFB4-A57E-4CB0-96DB-04F02AB1B51E}" type="presParOf" srcId="{917A9911-1E78-46D1-8418-B34E1E49EA98}" destId="{65A6564A-D276-4FB9-A78E-E026C1A2680D}" srcOrd="2" destOrd="0" presId="urn:microsoft.com/office/officeart/2009/3/layout/StepUpProcess"/>
    <dgm:cxn modelId="{81A1223F-C6B7-4451-896B-20EE4A512E08}" type="presParOf" srcId="{0465BF8A-2EDE-4C45-85E4-3AFABD7C53A6}" destId="{0CE2303A-73F0-4AA0-8B81-6F9ADBAADFE6}" srcOrd="1" destOrd="0" presId="urn:microsoft.com/office/officeart/2009/3/layout/StepUpProcess"/>
    <dgm:cxn modelId="{4994C261-595C-4683-B9BA-71B7144298DB}" type="presParOf" srcId="{0CE2303A-73F0-4AA0-8B81-6F9ADBAADFE6}" destId="{B7B5F7F3-2EA2-44AC-859F-0E23EF86CCFD}" srcOrd="0" destOrd="0" presId="urn:microsoft.com/office/officeart/2009/3/layout/StepUpProcess"/>
    <dgm:cxn modelId="{BBAB65F8-12A3-4CDF-978C-C6DF4B9D9A77}" type="presParOf" srcId="{0465BF8A-2EDE-4C45-85E4-3AFABD7C53A6}" destId="{B4CB2CAF-4019-440E-A88D-B690928B9511}" srcOrd="2" destOrd="0" presId="urn:microsoft.com/office/officeart/2009/3/layout/StepUpProcess"/>
    <dgm:cxn modelId="{518EB236-BEC1-4D85-9AC9-A27619F3D745}" type="presParOf" srcId="{B4CB2CAF-4019-440E-A88D-B690928B9511}" destId="{CF94059C-2609-4456-A629-64ABCCD4A203}" srcOrd="0" destOrd="0" presId="urn:microsoft.com/office/officeart/2009/3/layout/StepUpProcess"/>
    <dgm:cxn modelId="{A21894BF-4AC3-436F-AE51-02A5B499509A}" type="presParOf" srcId="{B4CB2CAF-4019-440E-A88D-B690928B9511}" destId="{61408204-9D27-4720-86BE-E0EF85DA57B9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232B32-0F85-4B67-9DD7-A3682D4CE3E6}" type="doc">
      <dgm:prSet loTypeId="urn:microsoft.com/office/officeart/2005/8/layout/pyramid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D5104E7-52C0-49B0-A0E3-7296E2E7B981}">
      <dgm:prSet custT="1"/>
      <dgm:spPr/>
      <dgm:t>
        <a:bodyPr/>
        <a:lstStyle/>
        <a:p>
          <a:pPr algn="ctr" rtl="0"/>
          <a:r>
            <a:rPr lang="en-US" sz="2400" b="1" dirty="0" smtClean="0"/>
            <a:t>Strict membership</a:t>
          </a:r>
          <a:endParaRPr lang="en-US" sz="2400" b="1" dirty="0"/>
        </a:p>
      </dgm:t>
    </dgm:pt>
    <dgm:pt modelId="{A2BEDD52-CFBD-472E-9AC1-498049B035F1}" type="parTrans" cxnId="{AB9141A0-7126-4B87-893A-8E07763C5068}">
      <dgm:prSet/>
      <dgm:spPr/>
      <dgm:t>
        <a:bodyPr/>
        <a:lstStyle/>
        <a:p>
          <a:endParaRPr lang="en-US"/>
        </a:p>
      </dgm:t>
    </dgm:pt>
    <dgm:pt modelId="{5D8928D7-860B-45A3-B712-514E67E7A341}" type="sibTrans" cxnId="{AB9141A0-7126-4B87-893A-8E07763C5068}">
      <dgm:prSet/>
      <dgm:spPr/>
      <dgm:t>
        <a:bodyPr/>
        <a:lstStyle/>
        <a:p>
          <a:endParaRPr lang="en-US"/>
        </a:p>
      </dgm:t>
    </dgm:pt>
    <dgm:pt modelId="{2D445038-FD3C-45CC-8702-E5F4133CB3D7}">
      <dgm:prSet custT="1"/>
      <dgm:spPr/>
      <dgm:t>
        <a:bodyPr/>
        <a:lstStyle/>
        <a:p>
          <a:pPr algn="ctr" rtl="0"/>
          <a:r>
            <a:rPr lang="en-US" sz="2400" b="1" dirty="0" smtClean="0"/>
            <a:t>Invitation only</a:t>
          </a:r>
          <a:endParaRPr lang="en-US" sz="2400" b="1" dirty="0"/>
        </a:p>
      </dgm:t>
    </dgm:pt>
    <dgm:pt modelId="{C1747B81-0F9F-4DFB-964E-FC7D7F474AF8}" type="parTrans" cxnId="{B387D215-26D9-4ADE-9814-F0945CD7EBAF}">
      <dgm:prSet/>
      <dgm:spPr/>
      <dgm:t>
        <a:bodyPr/>
        <a:lstStyle/>
        <a:p>
          <a:endParaRPr lang="en-US"/>
        </a:p>
      </dgm:t>
    </dgm:pt>
    <dgm:pt modelId="{D62FEDBA-6BB0-491B-A35E-EB0823B8F727}" type="sibTrans" cxnId="{B387D215-26D9-4ADE-9814-F0945CD7EBAF}">
      <dgm:prSet/>
      <dgm:spPr/>
      <dgm:t>
        <a:bodyPr/>
        <a:lstStyle/>
        <a:p>
          <a:endParaRPr lang="en-US"/>
        </a:p>
      </dgm:t>
    </dgm:pt>
    <dgm:pt modelId="{F7B02458-FB69-4389-B990-A93DA9FEB035}">
      <dgm:prSet custT="1"/>
      <dgm:spPr/>
      <dgm:t>
        <a:bodyPr/>
        <a:lstStyle/>
        <a:p>
          <a:pPr algn="ctr" rtl="0"/>
          <a:r>
            <a:rPr lang="en-US" sz="2400" b="1" dirty="0" smtClean="0"/>
            <a:t>Commit to invest within a two year period</a:t>
          </a:r>
          <a:endParaRPr lang="en-US" sz="2400" b="1" dirty="0"/>
        </a:p>
      </dgm:t>
    </dgm:pt>
    <dgm:pt modelId="{62397D3C-6568-47CD-B4A9-AD1AEEC1044E}" type="parTrans" cxnId="{F543ECDF-B16E-4169-8A6B-9789BF73C033}">
      <dgm:prSet/>
      <dgm:spPr/>
      <dgm:t>
        <a:bodyPr/>
        <a:lstStyle/>
        <a:p>
          <a:endParaRPr lang="en-US"/>
        </a:p>
      </dgm:t>
    </dgm:pt>
    <dgm:pt modelId="{CAFC6C44-576C-4FC8-9F4F-73A0131431F6}" type="sibTrans" cxnId="{F543ECDF-B16E-4169-8A6B-9789BF73C033}">
      <dgm:prSet/>
      <dgm:spPr/>
      <dgm:t>
        <a:bodyPr/>
        <a:lstStyle/>
        <a:p>
          <a:endParaRPr lang="en-US"/>
        </a:p>
      </dgm:t>
    </dgm:pt>
    <dgm:pt modelId="{CCA0633F-DC6F-47E2-9C86-EB6BFBD11573}">
      <dgm:prSet custT="1"/>
      <dgm:spPr/>
      <dgm:t>
        <a:bodyPr/>
        <a:lstStyle/>
        <a:p>
          <a:pPr algn="ctr" rtl="0"/>
          <a:r>
            <a:rPr lang="en-US" sz="2400" b="1" dirty="0" smtClean="0"/>
            <a:t>Willing to coach or mentor a young entrepreneur</a:t>
          </a:r>
          <a:endParaRPr lang="en-US" sz="2400" b="1" dirty="0"/>
        </a:p>
      </dgm:t>
    </dgm:pt>
    <dgm:pt modelId="{E065E7D8-65A9-431A-B2CA-942CE2A7CFB4}" type="parTrans" cxnId="{3A38B9E7-38D1-4170-8007-63638EE70BCB}">
      <dgm:prSet/>
      <dgm:spPr/>
      <dgm:t>
        <a:bodyPr/>
        <a:lstStyle/>
        <a:p>
          <a:endParaRPr lang="en-US"/>
        </a:p>
      </dgm:t>
    </dgm:pt>
    <dgm:pt modelId="{5A27383E-9735-46E9-B632-2783B1BBB429}" type="sibTrans" cxnId="{3A38B9E7-38D1-4170-8007-63638EE70BCB}">
      <dgm:prSet/>
      <dgm:spPr/>
      <dgm:t>
        <a:bodyPr/>
        <a:lstStyle/>
        <a:p>
          <a:endParaRPr lang="en-US"/>
        </a:p>
      </dgm:t>
    </dgm:pt>
    <dgm:pt modelId="{9E4F558F-AECF-4DDE-85AF-2CF457FAED1D}">
      <dgm:prSet custT="1"/>
      <dgm:spPr/>
      <dgm:t>
        <a:bodyPr/>
        <a:lstStyle/>
        <a:p>
          <a:pPr algn="ctr" rtl="0"/>
          <a:r>
            <a:rPr lang="en-US" sz="2400" b="1" dirty="0" smtClean="0"/>
            <a:t>Payment of subscription</a:t>
          </a:r>
          <a:endParaRPr lang="en-US" sz="2400" b="1" dirty="0"/>
        </a:p>
      </dgm:t>
    </dgm:pt>
    <dgm:pt modelId="{F463FF9A-A795-469F-B37A-E951E93D85C4}" type="parTrans" cxnId="{C53AF04A-2CFB-4515-9C3C-2184F62C2F87}">
      <dgm:prSet/>
      <dgm:spPr/>
      <dgm:t>
        <a:bodyPr/>
        <a:lstStyle/>
        <a:p>
          <a:endParaRPr lang="en-US"/>
        </a:p>
      </dgm:t>
    </dgm:pt>
    <dgm:pt modelId="{D479ED5E-94CA-40F6-B335-DAA49F29B6BB}" type="sibTrans" cxnId="{C53AF04A-2CFB-4515-9C3C-2184F62C2F87}">
      <dgm:prSet/>
      <dgm:spPr/>
      <dgm:t>
        <a:bodyPr/>
        <a:lstStyle/>
        <a:p>
          <a:endParaRPr lang="en-US"/>
        </a:p>
      </dgm:t>
    </dgm:pt>
    <dgm:pt modelId="{3A01F1FE-4FFA-445C-A1B5-B8C356454B0B}" type="pres">
      <dgm:prSet presAssocID="{FD232B32-0F85-4B67-9DD7-A3682D4CE3E6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49233A4B-AFE7-4D28-85C1-441ABA28EF59}" type="pres">
      <dgm:prSet presAssocID="{FD232B32-0F85-4B67-9DD7-A3682D4CE3E6}" presName="pyramid" presStyleLbl="node1" presStyleIdx="0" presStyleCnt="1"/>
      <dgm:spPr>
        <a:solidFill>
          <a:schemeClr val="accent6">
            <a:lumMod val="75000"/>
          </a:schemeClr>
        </a:solidFill>
      </dgm:spPr>
    </dgm:pt>
    <dgm:pt modelId="{36B2BE7C-DDD2-476C-98D2-30FFADF6B023}" type="pres">
      <dgm:prSet presAssocID="{FD232B32-0F85-4B67-9DD7-A3682D4CE3E6}" presName="theList" presStyleCnt="0"/>
      <dgm:spPr/>
    </dgm:pt>
    <dgm:pt modelId="{ED083A10-FEA1-4179-9697-5119213CD864}" type="pres">
      <dgm:prSet presAssocID="{FD5104E7-52C0-49B0-A0E3-7296E2E7B981}" presName="aNode" presStyleLbl="fgAcc1" presStyleIdx="0" presStyleCnt="5" custScaleX="88531" custLinFactY="-10535" custLinFactNeighborX="-4559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0C2F77-E07E-4657-A742-A819471AE365}" type="pres">
      <dgm:prSet presAssocID="{FD5104E7-52C0-49B0-A0E3-7296E2E7B981}" presName="aSpace" presStyleCnt="0"/>
      <dgm:spPr/>
    </dgm:pt>
    <dgm:pt modelId="{36F3333E-18E1-4DF8-ADEA-DB11F01B29CD}" type="pres">
      <dgm:prSet presAssocID="{2D445038-FD3C-45CC-8702-E5F4133CB3D7}" presName="aNode" presStyleLbl="fgAcc1" presStyleIdx="1" presStyleCnt="5" custScaleX="102828" custLinFactNeighborX="2589" custLinFactNeighborY="-8447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163A5-DF46-4EAE-9E0F-2AD1A9D0685D}" type="pres">
      <dgm:prSet presAssocID="{2D445038-FD3C-45CC-8702-E5F4133CB3D7}" presName="aSpace" presStyleCnt="0"/>
      <dgm:spPr/>
    </dgm:pt>
    <dgm:pt modelId="{85B728F4-3228-4337-979B-1C704CD7B2A4}" type="pres">
      <dgm:prSet presAssocID="{F7B02458-FB69-4389-B990-A93DA9FEB035}" presName="aNode" presStyleLbl="fgAcc1" presStyleIdx="2" presStyleCnt="5" custScaleX="115065" custLinFactNeighborX="87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EA1B2E-2421-4429-B9C6-B1FDC5A1BEF1}" type="pres">
      <dgm:prSet presAssocID="{F7B02458-FB69-4389-B990-A93DA9FEB035}" presName="aSpace" presStyleCnt="0"/>
      <dgm:spPr/>
    </dgm:pt>
    <dgm:pt modelId="{84FED179-F2E6-4C13-9F75-93A52E761F7C}" type="pres">
      <dgm:prSet presAssocID="{CCA0633F-DC6F-47E2-9C86-EB6BFBD11573}" presName="aNode" presStyleLbl="fgAcc1" presStyleIdx="3" presStyleCnt="5" custScaleX="132644" custLinFactY="17713" custLinFactNeighborX="17346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C8A13B-0908-4219-AD08-BC5062423AEE}" type="pres">
      <dgm:prSet presAssocID="{CCA0633F-DC6F-47E2-9C86-EB6BFBD11573}" presName="aSpace" presStyleCnt="0"/>
      <dgm:spPr/>
    </dgm:pt>
    <dgm:pt modelId="{DBC656FD-0C3F-4168-BE2A-B140E03D04A5}" type="pres">
      <dgm:prSet presAssocID="{9E4F558F-AECF-4DDE-85AF-2CF457FAED1D}" presName="aNode" presStyleLbl="fgAcc1" presStyleIdx="4" presStyleCnt="5" custScaleX="141433" custLinFactY="30189" custLinFactNeighborX="21892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9BD8B-F055-4CDE-A828-19CB6FF646C9}" type="pres">
      <dgm:prSet presAssocID="{9E4F558F-AECF-4DDE-85AF-2CF457FAED1D}" presName="aSpace" presStyleCnt="0"/>
      <dgm:spPr/>
    </dgm:pt>
  </dgm:ptLst>
  <dgm:cxnLst>
    <dgm:cxn modelId="{A0B0770A-A0E3-4108-8A92-B6E5E717B116}" type="presOf" srcId="{9E4F558F-AECF-4DDE-85AF-2CF457FAED1D}" destId="{DBC656FD-0C3F-4168-BE2A-B140E03D04A5}" srcOrd="0" destOrd="0" presId="urn:microsoft.com/office/officeart/2005/8/layout/pyramid2"/>
    <dgm:cxn modelId="{E3CDBDEA-E9EB-4C73-94D3-7A80C8E067C7}" type="presOf" srcId="{2D445038-FD3C-45CC-8702-E5F4133CB3D7}" destId="{36F3333E-18E1-4DF8-ADEA-DB11F01B29CD}" srcOrd="0" destOrd="0" presId="urn:microsoft.com/office/officeart/2005/8/layout/pyramid2"/>
    <dgm:cxn modelId="{57ABFDFE-6319-4ADC-BFF3-7ABA0C153EE9}" type="presOf" srcId="{FD5104E7-52C0-49B0-A0E3-7296E2E7B981}" destId="{ED083A10-FEA1-4179-9697-5119213CD864}" srcOrd="0" destOrd="0" presId="urn:microsoft.com/office/officeart/2005/8/layout/pyramid2"/>
    <dgm:cxn modelId="{AB9141A0-7126-4B87-893A-8E07763C5068}" srcId="{FD232B32-0F85-4B67-9DD7-A3682D4CE3E6}" destId="{FD5104E7-52C0-49B0-A0E3-7296E2E7B981}" srcOrd="0" destOrd="0" parTransId="{A2BEDD52-CFBD-472E-9AC1-498049B035F1}" sibTransId="{5D8928D7-860B-45A3-B712-514E67E7A341}"/>
    <dgm:cxn modelId="{4C01C772-0E61-459C-B027-7829CF6F39F2}" type="presOf" srcId="{F7B02458-FB69-4389-B990-A93DA9FEB035}" destId="{85B728F4-3228-4337-979B-1C704CD7B2A4}" srcOrd="0" destOrd="0" presId="urn:microsoft.com/office/officeart/2005/8/layout/pyramid2"/>
    <dgm:cxn modelId="{C53AF04A-2CFB-4515-9C3C-2184F62C2F87}" srcId="{FD232B32-0F85-4B67-9DD7-A3682D4CE3E6}" destId="{9E4F558F-AECF-4DDE-85AF-2CF457FAED1D}" srcOrd="4" destOrd="0" parTransId="{F463FF9A-A795-469F-B37A-E951E93D85C4}" sibTransId="{D479ED5E-94CA-40F6-B335-DAA49F29B6BB}"/>
    <dgm:cxn modelId="{F543ECDF-B16E-4169-8A6B-9789BF73C033}" srcId="{FD232B32-0F85-4B67-9DD7-A3682D4CE3E6}" destId="{F7B02458-FB69-4389-B990-A93DA9FEB035}" srcOrd="2" destOrd="0" parTransId="{62397D3C-6568-47CD-B4A9-AD1AEEC1044E}" sibTransId="{CAFC6C44-576C-4FC8-9F4F-73A0131431F6}"/>
    <dgm:cxn modelId="{330E5BDF-F853-41BA-A7AB-338C65D90573}" type="presOf" srcId="{CCA0633F-DC6F-47E2-9C86-EB6BFBD11573}" destId="{84FED179-F2E6-4C13-9F75-93A52E761F7C}" srcOrd="0" destOrd="0" presId="urn:microsoft.com/office/officeart/2005/8/layout/pyramid2"/>
    <dgm:cxn modelId="{3A38B9E7-38D1-4170-8007-63638EE70BCB}" srcId="{FD232B32-0F85-4B67-9DD7-A3682D4CE3E6}" destId="{CCA0633F-DC6F-47E2-9C86-EB6BFBD11573}" srcOrd="3" destOrd="0" parTransId="{E065E7D8-65A9-431A-B2CA-942CE2A7CFB4}" sibTransId="{5A27383E-9735-46E9-B632-2783B1BBB429}"/>
    <dgm:cxn modelId="{ED135434-2502-41C5-8428-06CCDFE67156}" type="presOf" srcId="{FD232B32-0F85-4B67-9DD7-A3682D4CE3E6}" destId="{3A01F1FE-4FFA-445C-A1B5-B8C356454B0B}" srcOrd="0" destOrd="0" presId="urn:microsoft.com/office/officeart/2005/8/layout/pyramid2"/>
    <dgm:cxn modelId="{B387D215-26D9-4ADE-9814-F0945CD7EBAF}" srcId="{FD232B32-0F85-4B67-9DD7-A3682D4CE3E6}" destId="{2D445038-FD3C-45CC-8702-E5F4133CB3D7}" srcOrd="1" destOrd="0" parTransId="{C1747B81-0F9F-4DFB-964E-FC7D7F474AF8}" sibTransId="{D62FEDBA-6BB0-491B-A35E-EB0823B8F727}"/>
    <dgm:cxn modelId="{169BFF3A-D63B-46B5-9787-99BBB7202216}" type="presParOf" srcId="{3A01F1FE-4FFA-445C-A1B5-B8C356454B0B}" destId="{49233A4B-AFE7-4D28-85C1-441ABA28EF59}" srcOrd="0" destOrd="0" presId="urn:microsoft.com/office/officeart/2005/8/layout/pyramid2"/>
    <dgm:cxn modelId="{2C5E67AD-01FF-4E18-B7E2-A3E64D64C228}" type="presParOf" srcId="{3A01F1FE-4FFA-445C-A1B5-B8C356454B0B}" destId="{36B2BE7C-DDD2-476C-98D2-30FFADF6B023}" srcOrd="1" destOrd="0" presId="urn:microsoft.com/office/officeart/2005/8/layout/pyramid2"/>
    <dgm:cxn modelId="{00885758-7747-436D-9C99-51ABBEDC3184}" type="presParOf" srcId="{36B2BE7C-DDD2-476C-98D2-30FFADF6B023}" destId="{ED083A10-FEA1-4179-9697-5119213CD864}" srcOrd="0" destOrd="0" presId="urn:microsoft.com/office/officeart/2005/8/layout/pyramid2"/>
    <dgm:cxn modelId="{F7825D49-5C1B-4D85-B1A5-89B16F17ED9D}" type="presParOf" srcId="{36B2BE7C-DDD2-476C-98D2-30FFADF6B023}" destId="{E50C2F77-E07E-4657-A742-A819471AE365}" srcOrd="1" destOrd="0" presId="urn:microsoft.com/office/officeart/2005/8/layout/pyramid2"/>
    <dgm:cxn modelId="{B1278887-944E-4DB8-B0CD-C4ED83CB81DA}" type="presParOf" srcId="{36B2BE7C-DDD2-476C-98D2-30FFADF6B023}" destId="{36F3333E-18E1-4DF8-ADEA-DB11F01B29CD}" srcOrd="2" destOrd="0" presId="urn:microsoft.com/office/officeart/2005/8/layout/pyramid2"/>
    <dgm:cxn modelId="{D9730F8F-89F2-4458-BFA4-0C7013065DD2}" type="presParOf" srcId="{36B2BE7C-DDD2-476C-98D2-30FFADF6B023}" destId="{19F163A5-DF46-4EAE-9E0F-2AD1A9D0685D}" srcOrd="3" destOrd="0" presId="urn:microsoft.com/office/officeart/2005/8/layout/pyramid2"/>
    <dgm:cxn modelId="{1A1E0C43-66E5-4B15-8C7A-316E6ECDBC37}" type="presParOf" srcId="{36B2BE7C-DDD2-476C-98D2-30FFADF6B023}" destId="{85B728F4-3228-4337-979B-1C704CD7B2A4}" srcOrd="4" destOrd="0" presId="urn:microsoft.com/office/officeart/2005/8/layout/pyramid2"/>
    <dgm:cxn modelId="{81C95A2F-E14D-431C-A795-8FCF39EE0499}" type="presParOf" srcId="{36B2BE7C-DDD2-476C-98D2-30FFADF6B023}" destId="{11EA1B2E-2421-4429-B9C6-B1FDC5A1BEF1}" srcOrd="5" destOrd="0" presId="urn:microsoft.com/office/officeart/2005/8/layout/pyramid2"/>
    <dgm:cxn modelId="{851C1A0E-2CC3-4871-8AE9-E9D067EAAABF}" type="presParOf" srcId="{36B2BE7C-DDD2-476C-98D2-30FFADF6B023}" destId="{84FED179-F2E6-4C13-9F75-93A52E761F7C}" srcOrd="6" destOrd="0" presId="urn:microsoft.com/office/officeart/2005/8/layout/pyramid2"/>
    <dgm:cxn modelId="{DE447D34-C1BF-42F3-8468-C2BF3B438296}" type="presParOf" srcId="{36B2BE7C-DDD2-476C-98D2-30FFADF6B023}" destId="{6FC8A13B-0908-4219-AD08-BC5062423AEE}" srcOrd="7" destOrd="0" presId="urn:microsoft.com/office/officeart/2005/8/layout/pyramid2"/>
    <dgm:cxn modelId="{F3EECD43-8D47-4514-B2E8-20CA32BBF229}" type="presParOf" srcId="{36B2BE7C-DDD2-476C-98D2-30FFADF6B023}" destId="{DBC656FD-0C3F-4168-BE2A-B140E03D04A5}" srcOrd="8" destOrd="0" presId="urn:microsoft.com/office/officeart/2005/8/layout/pyramid2"/>
    <dgm:cxn modelId="{59693ED5-65BF-4E09-90AF-8C1CA66487E2}" type="presParOf" srcId="{36B2BE7C-DDD2-476C-98D2-30FFADF6B023}" destId="{B5A9BD8B-F055-4CDE-A828-19CB6FF646C9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772E1C-F2DE-4B54-8A6F-6577C345C8B7}" type="doc">
      <dgm:prSet loTypeId="urn:microsoft.com/office/officeart/2008/layout/AlternatingPictureBlock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EFE90-F9DF-4C23-A383-51534C69101D}">
      <dgm:prSet custT="1"/>
      <dgm:spPr>
        <a:solidFill>
          <a:srgbClr val="FFC000"/>
        </a:solidFill>
      </dgm:spPr>
      <dgm:t>
        <a:bodyPr/>
        <a:lstStyle/>
        <a:p>
          <a:pPr algn="l" rtl="0"/>
          <a:r>
            <a:rPr lang="en-US" sz="2000" b="1" dirty="0" smtClean="0"/>
            <a:t>Opportunity to network with fellow women at senior level</a:t>
          </a:r>
          <a:endParaRPr lang="en-US" sz="2000" b="1" dirty="0"/>
        </a:p>
      </dgm:t>
    </dgm:pt>
    <dgm:pt modelId="{978E727B-D5E6-4E58-B8FF-B8917C2A85E1}" type="parTrans" cxnId="{0C167AFB-9151-40DD-984B-84FD7EE1CA59}">
      <dgm:prSet/>
      <dgm:spPr/>
      <dgm:t>
        <a:bodyPr/>
        <a:lstStyle/>
        <a:p>
          <a:endParaRPr lang="en-US"/>
        </a:p>
      </dgm:t>
    </dgm:pt>
    <dgm:pt modelId="{DD4F3CEF-B082-43C8-A19C-D96C0C395EE7}" type="sibTrans" cxnId="{0C167AFB-9151-40DD-984B-84FD7EE1CA59}">
      <dgm:prSet/>
      <dgm:spPr/>
      <dgm:t>
        <a:bodyPr/>
        <a:lstStyle/>
        <a:p>
          <a:endParaRPr lang="en-US"/>
        </a:p>
      </dgm:t>
    </dgm:pt>
    <dgm:pt modelId="{416338A1-EE98-45E2-A886-55B7D299972A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 algn="r" rtl="0"/>
          <a:r>
            <a:rPr lang="en-US" sz="2400" dirty="0" smtClean="0"/>
            <a:t>Availability of investment opportunities</a:t>
          </a:r>
          <a:endParaRPr lang="en-US" sz="2400" dirty="0"/>
        </a:p>
      </dgm:t>
    </dgm:pt>
    <dgm:pt modelId="{892C1C44-DB8A-4572-906F-B2D3CC54E7DC}" type="parTrans" cxnId="{B5AC57E7-4732-4ACB-AB6A-33161CC870D7}">
      <dgm:prSet/>
      <dgm:spPr/>
      <dgm:t>
        <a:bodyPr/>
        <a:lstStyle/>
        <a:p>
          <a:endParaRPr lang="en-US"/>
        </a:p>
      </dgm:t>
    </dgm:pt>
    <dgm:pt modelId="{633F7157-7D16-47E9-879C-1D19EE502746}" type="sibTrans" cxnId="{B5AC57E7-4732-4ACB-AB6A-33161CC870D7}">
      <dgm:prSet/>
      <dgm:spPr/>
      <dgm:t>
        <a:bodyPr/>
        <a:lstStyle/>
        <a:p>
          <a:endParaRPr lang="en-US"/>
        </a:p>
      </dgm:t>
    </dgm:pt>
    <dgm:pt modelId="{3081DC4C-30F5-447B-A9A7-9A2D7D750F39}">
      <dgm:prSet/>
      <dgm:spPr>
        <a:solidFill>
          <a:srgbClr val="164374"/>
        </a:solidFill>
      </dgm:spPr>
      <dgm:t>
        <a:bodyPr/>
        <a:lstStyle/>
        <a:p>
          <a:pPr algn="l" rtl="0"/>
          <a:r>
            <a:rPr lang="en-US" b="1" dirty="0" smtClean="0"/>
            <a:t>Ability to give back to society through impact investing</a:t>
          </a:r>
          <a:endParaRPr lang="en-US" b="1" dirty="0"/>
        </a:p>
      </dgm:t>
    </dgm:pt>
    <dgm:pt modelId="{86F64304-5D1B-491B-B79A-398DE69C928D}" type="parTrans" cxnId="{F2F46154-263B-4ED4-96FD-3097DB90059C}">
      <dgm:prSet/>
      <dgm:spPr/>
      <dgm:t>
        <a:bodyPr/>
        <a:lstStyle/>
        <a:p>
          <a:endParaRPr lang="en-US"/>
        </a:p>
      </dgm:t>
    </dgm:pt>
    <dgm:pt modelId="{1A7FE983-CAD1-4B67-876F-D87313B0340C}" type="sibTrans" cxnId="{F2F46154-263B-4ED4-96FD-3097DB90059C}">
      <dgm:prSet/>
      <dgm:spPr/>
      <dgm:t>
        <a:bodyPr/>
        <a:lstStyle/>
        <a:p>
          <a:endParaRPr lang="en-US"/>
        </a:p>
      </dgm:t>
    </dgm:pt>
    <dgm:pt modelId="{3FCE716B-14D2-4DBD-B3ED-0B3394889646}">
      <dgm:prSet custT="1"/>
      <dgm:spPr>
        <a:solidFill>
          <a:srgbClr val="FFC000"/>
        </a:solidFill>
      </dgm:spPr>
      <dgm:t>
        <a:bodyPr/>
        <a:lstStyle/>
        <a:p>
          <a:pPr algn="r" rtl="0"/>
          <a:r>
            <a:rPr lang="en-US" sz="2800" dirty="0" smtClean="0"/>
            <a:t>Board seats</a:t>
          </a:r>
          <a:endParaRPr lang="en-US" sz="2800" dirty="0"/>
        </a:p>
      </dgm:t>
    </dgm:pt>
    <dgm:pt modelId="{542BB437-5B84-4793-80E7-ABA7CB0D5D16}" type="parTrans" cxnId="{3039421B-8230-4917-86F5-0F566B527E6F}">
      <dgm:prSet/>
      <dgm:spPr/>
      <dgm:t>
        <a:bodyPr/>
        <a:lstStyle/>
        <a:p>
          <a:endParaRPr lang="en-US"/>
        </a:p>
      </dgm:t>
    </dgm:pt>
    <dgm:pt modelId="{94E335DB-D853-44B7-9952-D962F5D8B3D3}" type="sibTrans" cxnId="{3039421B-8230-4917-86F5-0F566B527E6F}">
      <dgm:prSet/>
      <dgm:spPr/>
      <dgm:t>
        <a:bodyPr/>
        <a:lstStyle/>
        <a:p>
          <a:endParaRPr lang="en-US"/>
        </a:p>
      </dgm:t>
    </dgm:pt>
    <dgm:pt modelId="{229DF6AD-603B-44D9-BCC0-3239CE21827C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 rtl="0"/>
          <a:r>
            <a:rPr lang="en-US" sz="2400" dirty="0" smtClean="0"/>
            <a:t>Investment Capacity development</a:t>
          </a:r>
          <a:endParaRPr lang="en-US" sz="2400" dirty="0"/>
        </a:p>
      </dgm:t>
    </dgm:pt>
    <dgm:pt modelId="{84457352-B717-423E-B6A9-C564A3CCC47D}" type="parTrans" cxnId="{6581DF3B-64CD-4F58-BD42-2F02F0D71626}">
      <dgm:prSet/>
      <dgm:spPr/>
      <dgm:t>
        <a:bodyPr/>
        <a:lstStyle/>
        <a:p>
          <a:endParaRPr lang="en-US"/>
        </a:p>
      </dgm:t>
    </dgm:pt>
    <dgm:pt modelId="{D5793E61-78E5-4514-AC59-B995095DA55E}" type="sibTrans" cxnId="{6581DF3B-64CD-4F58-BD42-2F02F0D71626}">
      <dgm:prSet/>
      <dgm:spPr/>
      <dgm:t>
        <a:bodyPr/>
        <a:lstStyle/>
        <a:p>
          <a:endParaRPr lang="en-US"/>
        </a:p>
      </dgm:t>
    </dgm:pt>
    <dgm:pt modelId="{7A74EC2F-981B-4343-B229-AC6ED7D06F13}">
      <dgm:prSet custT="1"/>
      <dgm:spPr>
        <a:solidFill>
          <a:srgbClr val="164374"/>
        </a:solidFill>
      </dgm:spPr>
      <dgm:t>
        <a:bodyPr/>
        <a:lstStyle/>
        <a:p>
          <a:pPr algn="r" rtl="0"/>
          <a:r>
            <a:rPr lang="en-US" sz="2400" dirty="0" smtClean="0"/>
            <a:t>Build wealth</a:t>
          </a:r>
          <a:endParaRPr lang="en-US" sz="2400" dirty="0"/>
        </a:p>
      </dgm:t>
    </dgm:pt>
    <dgm:pt modelId="{3790E043-821B-4AC4-BE9D-F0E33C9D22B4}" type="parTrans" cxnId="{713B369C-8B3E-4D50-93C6-3B38807DEBFD}">
      <dgm:prSet/>
      <dgm:spPr/>
      <dgm:t>
        <a:bodyPr/>
        <a:lstStyle/>
        <a:p>
          <a:endParaRPr lang="en-US"/>
        </a:p>
      </dgm:t>
    </dgm:pt>
    <dgm:pt modelId="{C2BC1B53-8061-4F5D-936D-99B5E83434B2}" type="sibTrans" cxnId="{713B369C-8B3E-4D50-93C6-3B38807DEBFD}">
      <dgm:prSet/>
      <dgm:spPr/>
      <dgm:t>
        <a:bodyPr/>
        <a:lstStyle/>
        <a:p>
          <a:endParaRPr lang="en-US"/>
        </a:p>
      </dgm:t>
    </dgm:pt>
    <dgm:pt modelId="{E9358717-F5E7-48BD-8831-A31900BAF010}" type="pres">
      <dgm:prSet presAssocID="{8A772E1C-F2DE-4B54-8A6F-6577C345C8B7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1E22044-020B-4379-A789-B7542D1BC1A0}" type="pres">
      <dgm:prSet presAssocID="{988EFE90-F9DF-4C23-A383-51534C69101D}" presName="comp" presStyleCnt="0"/>
      <dgm:spPr/>
    </dgm:pt>
    <dgm:pt modelId="{4093973B-E22A-42F3-8B15-A94A92490B7F}" type="pres">
      <dgm:prSet presAssocID="{988EFE90-F9DF-4C23-A383-51534C69101D}" presName="rect2" presStyleLbl="node1" presStyleIdx="0" presStyleCnt="6" custScaleX="326204" custLinFactNeighborX="1439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647797-1511-46BF-B73B-CFCCD32BEEE5}" type="pres">
      <dgm:prSet presAssocID="{988EFE90-F9DF-4C23-A383-51534C69101D}" presName="rect1" presStyleLbl="lnNode1" presStyleIdx="0" presStyleCnt="6" custLinFactX="-100000" custLinFactNeighborX="-117588"/>
      <dgm:spPr>
        <a:blipFill>
          <a:blip xmlns:r="http://schemas.openxmlformats.org/officeDocument/2006/relationships" r:embed="rId1"/>
          <a:stretch>
            <a:fillRect/>
          </a:stretch>
        </a:blipFill>
      </dgm:spPr>
    </dgm:pt>
    <dgm:pt modelId="{63B7F65D-F500-4B68-A6F2-692D641F0FCD}" type="pres">
      <dgm:prSet presAssocID="{DD4F3CEF-B082-43C8-A19C-D96C0C395EE7}" presName="sibTrans" presStyleCnt="0"/>
      <dgm:spPr/>
    </dgm:pt>
    <dgm:pt modelId="{DC39D11C-4A92-4BC9-948C-E76DE588D9D0}" type="pres">
      <dgm:prSet presAssocID="{416338A1-EE98-45E2-A886-55B7D299972A}" presName="comp" presStyleCnt="0"/>
      <dgm:spPr/>
    </dgm:pt>
    <dgm:pt modelId="{698DB32C-318F-427E-86CC-867DABCC22D4}" type="pres">
      <dgm:prSet presAssocID="{416338A1-EE98-45E2-A886-55B7D299972A}" presName="rect2" presStyleLbl="node1" presStyleIdx="1" presStyleCnt="6" custScaleX="323656" custLinFactNeighborX="-323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AA85CD-B578-4485-BE70-FE07F62BA383}" type="pres">
      <dgm:prSet presAssocID="{416338A1-EE98-45E2-A886-55B7D299972A}" presName="rect1" presStyleLbl="lnNode1" presStyleIdx="1" presStyleCnt="6" custLinFactX="74734" custLinFactNeighborX="100000"/>
      <dgm:spPr>
        <a:blipFill>
          <a:blip xmlns:r="http://schemas.openxmlformats.org/officeDocument/2006/relationships" r:embed="rId2"/>
          <a:stretch>
            <a:fillRect/>
          </a:stretch>
        </a:blipFill>
      </dgm:spPr>
    </dgm:pt>
    <dgm:pt modelId="{0EF19E79-0B54-4FB1-97D6-8A8EC293AA93}" type="pres">
      <dgm:prSet presAssocID="{633F7157-7D16-47E9-879C-1D19EE502746}" presName="sibTrans" presStyleCnt="0"/>
      <dgm:spPr/>
    </dgm:pt>
    <dgm:pt modelId="{36F503EA-ABC4-4DEE-BBD4-E2AE0ED631BF}" type="pres">
      <dgm:prSet presAssocID="{3081DC4C-30F5-447B-A9A7-9A2D7D750F39}" presName="comp" presStyleCnt="0"/>
      <dgm:spPr/>
    </dgm:pt>
    <dgm:pt modelId="{3E57264F-ED9B-4F6E-9681-DE759CF1A003}" type="pres">
      <dgm:prSet presAssocID="{3081DC4C-30F5-447B-A9A7-9A2D7D750F39}" presName="rect2" presStyleLbl="node1" presStyleIdx="2" presStyleCnt="6" custScaleX="317892" custLinFactNeighborX="198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337137-E31A-4715-B63A-22F02C365469}" type="pres">
      <dgm:prSet presAssocID="{3081DC4C-30F5-447B-A9A7-9A2D7D750F39}" presName="rect1" presStyleLbl="lnNode1" presStyleIdx="2" presStyleCnt="6" custLinFactX="-100000" custLinFactNeighborX="-106875"/>
      <dgm:spPr>
        <a:blipFill>
          <a:blip xmlns:r="http://schemas.openxmlformats.org/officeDocument/2006/relationships" r:embed="rId3"/>
          <a:stretch>
            <a:fillRect/>
          </a:stretch>
        </a:blipFill>
      </dgm:spPr>
    </dgm:pt>
    <dgm:pt modelId="{C08E5274-DF44-4693-9055-8913D0BB2A21}" type="pres">
      <dgm:prSet presAssocID="{1A7FE983-CAD1-4B67-876F-D87313B0340C}" presName="sibTrans" presStyleCnt="0"/>
      <dgm:spPr/>
    </dgm:pt>
    <dgm:pt modelId="{A09C831A-D7A4-4ECF-96CC-F9DD031351F5}" type="pres">
      <dgm:prSet presAssocID="{3FCE716B-14D2-4DBD-B3ED-0B3394889646}" presName="comp" presStyleCnt="0"/>
      <dgm:spPr/>
    </dgm:pt>
    <dgm:pt modelId="{AB2DD611-3578-452F-8B1F-006753FBF598}" type="pres">
      <dgm:prSet presAssocID="{3FCE716B-14D2-4DBD-B3ED-0B3394889646}" presName="rect2" presStyleLbl="node1" presStyleIdx="3" presStyleCnt="6" custScaleX="317891" custLinFactNeighborX="-294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0BD8B1-B24C-40F6-9CE4-A075D29ED32E}" type="pres">
      <dgm:prSet presAssocID="{3FCE716B-14D2-4DBD-B3ED-0B3394889646}" presName="rect1" presStyleLbl="lnNode1" presStyleIdx="3" presStyleCnt="6" custLinFactX="78312" custLinFactNeighborX="100000"/>
      <dgm:spPr>
        <a:blipFill>
          <a:blip xmlns:r="http://schemas.openxmlformats.org/officeDocument/2006/relationships" r:embed="rId4"/>
          <a:stretch>
            <a:fillRect/>
          </a:stretch>
        </a:blipFill>
      </dgm:spPr>
    </dgm:pt>
    <dgm:pt modelId="{02241DC8-F90F-416F-BA2A-1658D3C64433}" type="pres">
      <dgm:prSet presAssocID="{94E335DB-D853-44B7-9952-D962F5D8B3D3}" presName="sibTrans" presStyleCnt="0"/>
      <dgm:spPr/>
    </dgm:pt>
    <dgm:pt modelId="{6CC92BEC-E14E-4EB6-962A-3C40D40FA590}" type="pres">
      <dgm:prSet presAssocID="{229DF6AD-603B-44D9-BCC0-3239CE21827C}" presName="comp" presStyleCnt="0"/>
      <dgm:spPr/>
    </dgm:pt>
    <dgm:pt modelId="{D90C11C8-D351-4375-8120-D46A913E7A71}" type="pres">
      <dgm:prSet presAssocID="{229DF6AD-603B-44D9-BCC0-3239CE21827C}" presName="rect2" presStyleLbl="node1" presStyleIdx="4" presStyleCnt="6" custScaleX="316608" custLinFactNeighborX="191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CFFAAE-2616-4F61-9E3A-CA16C8EBF154}" type="pres">
      <dgm:prSet presAssocID="{229DF6AD-603B-44D9-BCC0-3239CE21827C}" presName="rect1" presStyleLbl="lnNode1" presStyleIdx="4" presStyleCnt="6" custLinFactX="-96161" custLinFactNeighborX="-100000" custLinFactNeighborY="428"/>
      <dgm:spPr>
        <a:blipFill>
          <a:blip xmlns:r="http://schemas.openxmlformats.org/officeDocument/2006/relationships" r:embed="rId5"/>
          <a:stretch>
            <a:fillRect/>
          </a:stretch>
        </a:blipFill>
      </dgm:spPr>
    </dgm:pt>
    <dgm:pt modelId="{AC08FE45-3404-43CE-A9C2-71C1D06988A1}" type="pres">
      <dgm:prSet presAssocID="{D5793E61-78E5-4514-AC59-B995095DA55E}" presName="sibTrans" presStyleCnt="0"/>
      <dgm:spPr/>
    </dgm:pt>
    <dgm:pt modelId="{1604574F-562E-4573-8B1A-C97107740339}" type="pres">
      <dgm:prSet presAssocID="{7A74EC2F-981B-4343-B229-AC6ED7D06F13}" presName="comp" presStyleCnt="0"/>
      <dgm:spPr/>
    </dgm:pt>
    <dgm:pt modelId="{1D1BD8B6-3060-4893-AE29-23BFD3310B9C}" type="pres">
      <dgm:prSet presAssocID="{7A74EC2F-981B-4343-B229-AC6ED7D06F13}" presName="rect2" presStyleLbl="node1" presStyleIdx="5" presStyleCnt="6" custScaleX="317891" custLinFactNeighborX="-294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AF3E5F-A70C-4CA1-A7E7-4BCD634F4064}" type="pres">
      <dgm:prSet presAssocID="{7A74EC2F-981B-4343-B229-AC6ED7D06F13}" presName="rect1" presStyleLbl="lnNode1" presStyleIdx="5" presStyleCnt="6" custLinFactX="74734" custLinFactNeighborX="100000"/>
      <dgm:spPr>
        <a:blipFill>
          <a:blip xmlns:r="http://schemas.openxmlformats.org/officeDocument/2006/relationships" r:embed="rId6"/>
          <a:stretch>
            <a:fillRect/>
          </a:stretch>
        </a:blipFill>
      </dgm:spPr>
    </dgm:pt>
  </dgm:ptLst>
  <dgm:cxnLst>
    <dgm:cxn modelId="{4EE607EB-DF67-4606-9DB9-573107432C8A}" type="presOf" srcId="{416338A1-EE98-45E2-A886-55B7D299972A}" destId="{698DB32C-318F-427E-86CC-867DABCC22D4}" srcOrd="0" destOrd="0" presId="urn:microsoft.com/office/officeart/2008/layout/AlternatingPictureBlocks"/>
    <dgm:cxn modelId="{F2F46154-263B-4ED4-96FD-3097DB90059C}" srcId="{8A772E1C-F2DE-4B54-8A6F-6577C345C8B7}" destId="{3081DC4C-30F5-447B-A9A7-9A2D7D750F39}" srcOrd="2" destOrd="0" parTransId="{86F64304-5D1B-491B-B79A-398DE69C928D}" sibTransId="{1A7FE983-CAD1-4B67-876F-D87313B0340C}"/>
    <dgm:cxn modelId="{43CB46D6-BB77-44ED-AE4D-33AC2D766D99}" type="presOf" srcId="{7A74EC2F-981B-4343-B229-AC6ED7D06F13}" destId="{1D1BD8B6-3060-4893-AE29-23BFD3310B9C}" srcOrd="0" destOrd="0" presId="urn:microsoft.com/office/officeart/2008/layout/AlternatingPictureBlocks"/>
    <dgm:cxn modelId="{6581DF3B-64CD-4F58-BD42-2F02F0D71626}" srcId="{8A772E1C-F2DE-4B54-8A6F-6577C345C8B7}" destId="{229DF6AD-603B-44D9-BCC0-3239CE21827C}" srcOrd="4" destOrd="0" parTransId="{84457352-B717-423E-B6A9-C564A3CCC47D}" sibTransId="{D5793E61-78E5-4514-AC59-B995095DA55E}"/>
    <dgm:cxn modelId="{9C5E72D3-9B50-4304-9C3F-352CFE29425A}" type="presOf" srcId="{8A772E1C-F2DE-4B54-8A6F-6577C345C8B7}" destId="{E9358717-F5E7-48BD-8831-A31900BAF010}" srcOrd="0" destOrd="0" presId="urn:microsoft.com/office/officeart/2008/layout/AlternatingPictureBlocks"/>
    <dgm:cxn modelId="{6988089A-ED0B-43FC-B825-62DCC49591CA}" type="presOf" srcId="{988EFE90-F9DF-4C23-A383-51534C69101D}" destId="{4093973B-E22A-42F3-8B15-A94A92490B7F}" srcOrd="0" destOrd="0" presId="urn:microsoft.com/office/officeart/2008/layout/AlternatingPictureBlocks"/>
    <dgm:cxn modelId="{57EE2E1B-9633-4B97-9763-DC3770538AC8}" type="presOf" srcId="{3FCE716B-14D2-4DBD-B3ED-0B3394889646}" destId="{AB2DD611-3578-452F-8B1F-006753FBF598}" srcOrd="0" destOrd="0" presId="urn:microsoft.com/office/officeart/2008/layout/AlternatingPictureBlocks"/>
    <dgm:cxn modelId="{7CB8AB94-82D9-4659-97B8-7188AE690929}" type="presOf" srcId="{3081DC4C-30F5-447B-A9A7-9A2D7D750F39}" destId="{3E57264F-ED9B-4F6E-9681-DE759CF1A003}" srcOrd="0" destOrd="0" presId="urn:microsoft.com/office/officeart/2008/layout/AlternatingPictureBlocks"/>
    <dgm:cxn modelId="{713B369C-8B3E-4D50-93C6-3B38807DEBFD}" srcId="{8A772E1C-F2DE-4B54-8A6F-6577C345C8B7}" destId="{7A74EC2F-981B-4343-B229-AC6ED7D06F13}" srcOrd="5" destOrd="0" parTransId="{3790E043-821B-4AC4-BE9D-F0E33C9D22B4}" sibTransId="{C2BC1B53-8061-4F5D-936D-99B5E83434B2}"/>
    <dgm:cxn modelId="{B5AC57E7-4732-4ACB-AB6A-33161CC870D7}" srcId="{8A772E1C-F2DE-4B54-8A6F-6577C345C8B7}" destId="{416338A1-EE98-45E2-A886-55B7D299972A}" srcOrd="1" destOrd="0" parTransId="{892C1C44-DB8A-4572-906F-B2D3CC54E7DC}" sibTransId="{633F7157-7D16-47E9-879C-1D19EE502746}"/>
    <dgm:cxn modelId="{6FC6D558-0DD8-43D1-A867-9A1DD2907219}" type="presOf" srcId="{229DF6AD-603B-44D9-BCC0-3239CE21827C}" destId="{D90C11C8-D351-4375-8120-D46A913E7A71}" srcOrd="0" destOrd="0" presId="urn:microsoft.com/office/officeart/2008/layout/AlternatingPictureBlocks"/>
    <dgm:cxn modelId="{3039421B-8230-4917-86F5-0F566B527E6F}" srcId="{8A772E1C-F2DE-4B54-8A6F-6577C345C8B7}" destId="{3FCE716B-14D2-4DBD-B3ED-0B3394889646}" srcOrd="3" destOrd="0" parTransId="{542BB437-5B84-4793-80E7-ABA7CB0D5D16}" sibTransId="{94E335DB-D853-44B7-9952-D962F5D8B3D3}"/>
    <dgm:cxn modelId="{0C167AFB-9151-40DD-984B-84FD7EE1CA59}" srcId="{8A772E1C-F2DE-4B54-8A6F-6577C345C8B7}" destId="{988EFE90-F9DF-4C23-A383-51534C69101D}" srcOrd="0" destOrd="0" parTransId="{978E727B-D5E6-4E58-B8FF-B8917C2A85E1}" sibTransId="{DD4F3CEF-B082-43C8-A19C-D96C0C395EE7}"/>
    <dgm:cxn modelId="{6AF6DD73-284C-4B05-AB04-FA5E7D510615}" type="presParOf" srcId="{E9358717-F5E7-48BD-8831-A31900BAF010}" destId="{D1E22044-020B-4379-A789-B7542D1BC1A0}" srcOrd="0" destOrd="0" presId="urn:microsoft.com/office/officeart/2008/layout/AlternatingPictureBlocks"/>
    <dgm:cxn modelId="{43C2E770-6C20-4E64-B011-BFADCC04D2F9}" type="presParOf" srcId="{D1E22044-020B-4379-A789-B7542D1BC1A0}" destId="{4093973B-E22A-42F3-8B15-A94A92490B7F}" srcOrd="0" destOrd="0" presId="urn:microsoft.com/office/officeart/2008/layout/AlternatingPictureBlocks"/>
    <dgm:cxn modelId="{772DCE48-FC65-4311-8FA9-446D8F0404F6}" type="presParOf" srcId="{D1E22044-020B-4379-A789-B7542D1BC1A0}" destId="{4D647797-1511-46BF-B73B-CFCCD32BEEE5}" srcOrd="1" destOrd="0" presId="urn:microsoft.com/office/officeart/2008/layout/AlternatingPictureBlocks"/>
    <dgm:cxn modelId="{9C7855A4-86BC-4861-A48A-E6ABA1A4D4F9}" type="presParOf" srcId="{E9358717-F5E7-48BD-8831-A31900BAF010}" destId="{63B7F65D-F500-4B68-A6F2-692D641F0FCD}" srcOrd="1" destOrd="0" presId="urn:microsoft.com/office/officeart/2008/layout/AlternatingPictureBlocks"/>
    <dgm:cxn modelId="{DD24192B-8FE1-416C-B7B6-997EEAA38A3F}" type="presParOf" srcId="{E9358717-F5E7-48BD-8831-A31900BAF010}" destId="{DC39D11C-4A92-4BC9-948C-E76DE588D9D0}" srcOrd="2" destOrd="0" presId="urn:microsoft.com/office/officeart/2008/layout/AlternatingPictureBlocks"/>
    <dgm:cxn modelId="{A8828EAC-F9C2-4268-A697-B52A28BBE4FE}" type="presParOf" srcId="{DC39D11C-4A92-4BC9-948C-E76DE588D9D0}" destId="{698DB32C-318F-427E-86CC-867DABCC22D4}" srcOrd="0" destOrd="0" presId="urn:microsoft.com/office/officeart/2008/layout/AlternatingPictureBlocks"/>
    <dgm:cxn modelId="{5E7C1A12-6DB0-48A3-A2D2-ADA6C85E815A}" type="presParOf" srcId="{DC39D11C-4A92-4BC9-948C-E76DE588D9D0}" destId="{BEAA85CD-B578-4485-BE70-FE07F62BA383}" srcOrd="1" destOrd="0" presId="urn:microsoft.com/office/officeart/2008/layout/AlternatingPictureBlocks"/>
    <dgm:cxn modelId="{1247F5EA-F801-45F1-98C6-4ADF178BB6DD}" type="presParOf" srcId="{E9358717-F5E7-48BD-8831-A31900BAF010}" destId="{0EF19E79-0B54-4FB1-97D6-8A8EC293AA93}" srcOrd="3" destOrd="0" presId="urn:microsoft.com/office/officeart/2008/layout/AlternatingPictureBlocks"/>
    <dgm:cxn modelId="{7BEAB2B1-062C-4AE8-86FC-C02B24B13804}" type="presParOf" srcId="{E9358717-F5E7-48BD-8831-A31900BAF010}" destId="{36F503EA-ABC4-4DEE-BBD4-E2AE0ED631BF}" srcOrd="4" destOrd="0" presId="urn:microsoft.com/office/officeart/2008/layout/AlternatingPictureBlocks"/>
    <dgm:cxn modelId="{7AB50999-5E07-4A89-98E6-BDD8D981DBD3}" type="presParOf" srcId="{36F503EA-ABC4-4DEE-BBD4-E2AE0ED631BF}" destId="{3E57264F-ED9B-4F6E-9681-DE759CF1A003}" srcOrd="0" destOrd="0" presId="urn:microsoft.com/office/officeart/2008/layout/AlternatingPictureBlocks"/>
    <dgm:cxn modelId="{5AA68137-61F9-46A7-99B8-3623807AF9EC}" type="presParOf" srcId="{36F503EA-ABC4-4DEE-BBD4-E2AE0ED631BF}" destId="{55337137-E31A-4715-B63A-22F02C365469}" srcOrd="1" destOrd="0" presId="urn:microsoft.com/office/officeart/2008/layout/AlternatingPictureBlocks"/>
    <dgm:cxn modelId="{CF9F8D86-9061-4839-BFF5-F6FD62C76CA8}" type="presParOf" srcId="{E9358717-F5E7-48BD-8831-A31900BAF010}" destId="{C08E5274-DF44-4693-9055-8913D0BB2A21}" srcOrd="5" destOrd="0" presId="urn:microsoft.com/office/officeart/2008/layout/AlternatingPictureBlocks"/>
    <dgm:cxn modelId="{8D144E15-CDBE-4E3B-A010-C78464ADAEDE}" type="presParOf" srcId="{E9358717-F5E7-48BD-8831-A31900BAF010}" destId="{A09C831A-D7A4-4ECF-96CC-F9DD031351F5}" srcOrd="6" destOrd="0" presId="urn:microsoft.com/office/officeart/2008/layout/AlternatingPictureBlocks"/>
    <dgm:cxn modelId="{5A9F68B7-1C0D-4992-921B-A34977BBCC0C}" type="presParOf" srcId="{A09C831A-D7A4-4ECF-96CC-F9DD031351F5}" destId="{AB2DD611-3578-452F-8B1F-006753FBF598}" srcOrd="0" destOrd="0" presId="urn:microsoft.com/office/officeart/2008/layout/AlternatingPictureBlocks"/>
    <dgm:cxn modelId="{24D9F678-D49C-42C3-822C-F8432845FD8C}" type="presParOf" srcId="{A09C831A-D7A4-4ECF-96CC-F9DD031351F5}" destId="{A90BD8B1-B24C-40F6-9CE4-A075D29ED32E}" srcOrd="1" destOrd="0" presId="urn:microsoft.com/office/officeart/2008/layout/AlternatingPictureBlocks"/>
    <dgm:cxn modelId="{8F1CADE4-DE81-4710-A343-BBC79BF685FC}" type="presParOf" srcId="{E9358717-F5E7-48BD-8831-A31900BAF010}" destId="{02241DC8-F90F-416F-BA2A-1658D3C64433}" srcOrd="7" destOrd="0" presId="urn:microsoft.com/office/officeart/2008/layout/AlternatingPictureBlocks"/>
    <dgm:cxn modelId="{D28BA691-C569-4D6A-8B48-FDEF4D8BB9FE}" type="presParOf" srcId="{E9358717-F5E7-48BD-8831-A31900BAF010}" destId="{6CC92BEC-E14E-4EB6-962A-3C40D40FA590}" srcOrd="8" destOrd="0" presId="urn:microsoft.com/office/officeart/2008/layout/AlternatingPictureBlocks"/>
    <dgm:cxn modelId="{62E916FA-A388-4E4C-A79E-EF0DF3DD8056}" type="presParOf" srcId="{6CC92BEC-E14E-4EB6-962A-3C40D40FA590}" destId="{D90C11C8-D351-4375-8120-D46A913E7A71}" srcOrd="0" destOrd="0" presId="urn:microsoft.com/office/officeart/2008/layout/AlternatingPictureBlocks"/>
    <dgm:cxn modelId="{4DCA68CB-EDFA-4CC3-B918-9401BCB8F0CE}" type="presParOf" srcId="{6CC92BEC-E14E-4EB6-962A-3C40D40FA590}" destId="{50CFFAAE-2616-4F61-9E3A-CA16C8EBF154}" srcOrd="1" destOrd="0" presId="urn:microsoft.com/office/officeart/2008/layout/AlternatingPictureBlocks"/>
    <dgm:cxn modelId="{ABED6A3F-81E2-4C50-8A61-14CA122C9497}" type="presParOf" srcId="{E9358717-F5E7-48BD-8831-A31900BAF010}" destId="{AC08FE45-3404-43CE-A9C2-71C1D06988A1}" srcOrd="9" destOrd="0" presId="urn:microsoft.com/office/officeart/2008/layout/AlternatingPictureBlocks"/>
    <dgm:cxn modelId="{AFC4CBA0-E0D5-42CD-BFEF-E4458811BF96}" type="presParOf" srcId="{E9358717-F5E7-48BD-8831-A31900BAF010}" destId="{1604574F-562E-4573-8B1A-C97107740339}" srcOrd="10" destOrd="0" presId="urn:microsoft.com/office/officeart/2008/layout/AlternatingPictureBlocks"/>
    <dgm:cxn modelId="{6BE7D129-536F-45B6-9E59-652AC2CBB171}" type="presParOf" srcId="{1604574F-562E-4573-8B1A-C97107740339}" destId="{1D1BD8B6-3060-4893-AE29-23BFD3310B9C}" srcOrd="0" destOrd="0" presId="urn:microsoft.com/office/officeart/2008/layout/AlternatingPictureBlocks"/>
    <dgm:cxn modelId="{954604EB-EEAD-44C9-AEE9-840D428A5D81}" type="presParOf" srcId="{1604574F-562E-4573-8B1A-C97107740339}" destId="{6AAF3E5F-A70C-4CA1-A7E7-4BCD634F4064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5EC1106-78B6-425B-A0A5-7484A2BB273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E845A0-FAB3-41B9-8E87-D658C7D951AB}">
      <dgm:prSet phldrT="[Text]"/>
      <dgm:spPr/>
      <dgm:t>
        <a:bodyPr/>
        <a:lstStyle/>
        <a:p>
          <a:r>
            <a:rPr lang="en-US" dirty="0" smtClean="0"/>
            <a:t>Monthly</a:t>
          </a:r>
        </a:p>
        <a:p>
          <a:r>
            <a:rPr lang="en-US" dirty="0" smtClean="0"/>
            <a:t>Investment</a:t>
          </a:r>
          <a:endParaRPr lang="en-US" dirty="0"/>
        </a:p>
      </dgm:t>
    </dgm:pt>
    <dgm:pt modelId="{7DB25DE3-7870-4089-A077-7756275B4395}" type="parTrans" cxnId="{B147C116-69B9-4962-A757-C4D3B6F4A00F}">
      <dgm:prSet/>
      <dgm:spPr/>
      <dgm:t>
        <a:bodyPr/>
        <a:lstStyle/>
        <a:p>
          <a:endParaRPr lang="en-US"/>
        </a:p>
      </dgm:t>
    </dgm:pt>
    <dgm:pt modelId="{BD262E9D-5C3A-4B34-AB55-09DF133BC8E9}" type="sibTrans" cxnId="{B147C116-69B9-4962-A757-C4D3B6F4A00F}">
      <dgm:prSet/>
      <dgm:spPr/>
      <dgm:t>
        <a:bodyPr/>
        <a:lstStyle/>
        <a:p>
          <a:endParaRPr lang="en-US"/>
        </a:p>
      </dgm:t>
    </dgm:pt>
    <dgm:pt modelId="{61CF9547-6E45-4734-808C-A9F1575F8BFD}">
      <dgm:prSet phldrT="[Text]"/>
      <dgm:spPr/>
      <dgm:t>
        <a:bodyPr/>
        <a:lstStyle/>
        <a:p>
          <a:r>
            <a:rPr lang="en-US" dirty="0" smtClean="0"/>
            <a:t>Quarterly Investment</a:t>
          </a:r>
          <a:endParaRPr lang="en-US" dirty="0"/>
        </a:p>
      </dgm:t>
    </dgm:pt>
    <dgm:pt modelId="{A47EF235-4A38-4721-8728-D5A3759BB8E2}" type="parTrans" cxnId="{6EA77E20-955C-4C90-A5D6-D0951F5EA610}">
      <dgm:prSet/>
      <dgm:spPr/>
      <dgm:t>
        <a:bodyPr/>
        <a:lstStyle/>
        <a:p>
          <a:endParaRPr lang="en-US"/>
        </a:p>
      </dgm:t>
    </dgm:pt>
    <dgm:pt modelId="{8065A86F-C695-4C87-A40B-7C63B1E1215C}" type="sibTrans" cxnId="{6EA77E20-955C-4C90-A5D6-D0951F5EA610}">
      <dgm:prSet/>
      <dgm:spPr/>
      <dgm:t>
        <a:bodyPr/>
        <a:lstStyle/>
        <a:p>
          <a:endParaRPr lang="en-US"/>
        </a:p>
      </dgm:t>
    </dgm:pt>
    <dgm:pt modelId="{3DC7F8CC-99A9-4960-9445-9D004B4631E2}">
      <dgm:prSet phldrT="[Text]"/>
      <dgm:spPr/>
      <dgm:t>
        <a:bodyPr/>
        <a:lstStyle/>
        <a:p>
          <a:r>
            <a:rPr lang="en-US" dirty="0" smtClean="0"/>
            <a:t>Semi-Annual Investment</a:t>
          </a:r>
          <a:endParaRPr lang="en-US" dirty="0"/>
        </a:p>
      </dgm:t>
    </dgm:pt>
    <dgm:pt modelId="{BF5BF2D1-87B5-4BE4-8873-34F015376943}" type="parTrans" cxnId="{FAB1C375-CE7C-47C2-8BC6-235273A52C9D}">
      <dgm:prSet/>
      <dgm:spPr/>
      <dgm:t>
        <a:bodyPr/>
        <a:lstStyle/>
        <a:p>
          <a:endParaRPr lang="en-US"/>
        </a:p>
      </dgm:t>
    </dgm:pt>
    <dgm:pt modelId="{576E8779-8C76-47C3-AF5D-1BF9A9333AEA}" type="sibTrans" cxnId="{FAB1C375-CE7C-47C2-8BC6-235273A52C9D}">
      <dgm:prSet/>
      <dgm:spPr/>
      <dgm:t>
        <a:bodyPr/>
        <a:lstStyle/>
        <a:p>
          <a:endParaRPr lang="en-US"/>
        </a:p>
      </dgm:t>
    </dgm:pt>
    <dgm:pt modelId="{444F5DA5-135E-4C50-85F5-FD72D4805830}">
      <dgm:prSet phldrT="[Text]"/>
      <dgm:spPr/>
      <dgm:t>
        <a:bodyPr/>
        <a:lstStyle/>
        <a:p>
          <a:r>
            <a:rPr lang="en-US" dirty="0" smtClean="0"/>
            <a:t>Annual</a:t>
          </a:r>
          <a:endParaRPr lang="en-US" dirty="0"/>
        </a:p>
      </dgm:t>
    </dgm:pt>
    <dgm:pt modelId="{53F69CA3-74FC-453E-8E06-3812668C001E}" type="parTrans" cxnId="{34B74E4C-7C2E-47FA-AAA6-AA965C96BFCB}">
      <dgm:prSet/>
      <dgm:spPr/>
      <dgm:t>
        <a:bodyPr/>
        <a:lstStyle/>
        <a:p>
          <a:endParaRPr lang="en-US"/>
        </a:p>
      </dgm:t>
    </dgm:pt>
    <dgm:pt modelId="{21A6F03C-CECA-4268-9858-5A0CE75250F4}" type="sibTrans" cxnId="{34B74E4C-7C2E-47FA-AAA6-AA965C96BFCB}">
      <dgm:prSet/>
      <dgm:spPr/>
      <dgm:t>
        <a:bodyPr/>
        <a:lstStyle/>
        <a:p>
          <a:endParaRPr lang="en-US"/>
        </a:p>
      </dgm:t>
    </dgm:pt>
    <dgm:pt modelId="{3F2FA9D5-8372-458F-A972-120226585877}">
      <dgm:prSet phldrT="[Text]"/>
      <dgm:spPr/>
      <dgm:t>
        <a:bodyPr/>
        <a:lstStyle/>
        <a:p>
          <a:r>
            <a:rPr lang="en-US" dirty="0" smtClean="0"/>
            <a:t>Bulk as and When</a:t>
          </a:r>
          <a:endParaRPr lang="en-US" dirty="0"/>
        </a:p>
      </dgm:t>
    </dgm:pt>
    <dgm:pt modelId="{8D60C05A-21C5-4D32-B741-6BCC042F024F}" type="parTrans" cxnId="{84E9CCB3-1525-4220-A2FB-8F128F9CC752}">
      <dgm:prSet/>
      <dgm:spPr/>
      <dgm:t>
        <a:bodyPr/>
        <a:lstStyle/>
        <a:p>
          <a:endParaRPr lang="en-US"/>
        </a:p>
      </dgm:t>
    </dgm:pt>
    <dgm:pt modelId="{8FA7BA63-3F2F-43DE-B586-718B25BE6193}" type="sibTrans" cxnId="{84E9CCB3-1525-4220-A2FB-8F128F9CC752}">
      <dgm:prSet/>
      <dgm:spPr/>
      <dgm:t>
        <a:bodyPr/>
        <a:lstStyle/>
        <a:p>
          <a:endParaRPr lang="en-US"/>
        </a:p>
      </dgm:t>
    </dgm:pt>
    <dgm:pt modelId="{5A5CA410-6502-4262-AAFD-712399241B57}" type="pres">
      <dgm:prSet presAssocID="{05EC1106-78B6-425B-A0A5-7484A2BB273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F3C36F-F3D9-4F17-B353-B6DCE5EC3D69}" type="pres">
      <dgm:prSet presAssocID="{04E845A0-FAB3-41B9-8E87-D658C7D951AB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B7C7E6-700F-40E6-9D8C-CD3A5C43BC28}" type="pres">
      <dgm:prSet presAssocID="{BD262E9D-5C3A-4B34-AB55-09DF133BC8E9}" presName="sibTrans" presStyleCnt="0"/>
      <dgm:spPr/>
    </dgm:pt>
    <dgm:pt modelId="{B99C1D35-E094-4D9F-A5D3-C34A71EDC9BD}" type="pres">
      <dgm:prSet presAssocID="{61CF9547-6E45-4734-808C-A9F1575F8BF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5125E3-73D6-4BF1-8C3D-75D78CBC0839}" type="pres">
      <dgm:prSet presAssocID="{8065A86F-C695-4C87-A40B-7C63B1E1215C}" presName="sibTrans" presStyleCnt="0"/>
      <dgm:spPr/>
    </dgm:pt>
    <dgm:pt modelId="{FDFBB3C2-1B9F-4428-8C3E-96FAACBBEEF4}" type="pres">
      <dgm:prSet presAssocID="{3DC7F8CC-99A9-4960-9445-9D004B4631E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93C04E-031A-4CBB-BFAC-B4D040A22DA2}" type="pres">
      <dgm:prSet presAssocID="{576E8779-8C76-47C3-AF5D-1BF9A9333AEA}" presName="sibTrans" presStyleCnt="0"/>
      <dgm:spPr/>
    </dgm:pt>
    <dgm:pt modelId="{4D19F2E6-D0F0-4966-9AF7-426A645A18EC}" type="pres">
      <dgm:prSet presAssocID="{444F5DA5-135E-4C50-85F5-FD72D4805830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2892ED-E2E8-43B1-9E8B-DDEB9F181628}" type="pres">
      <dgm:prSet presAssocID="{21A6F03C-CECA-4268-9858-5A0CE75250F4}" presName="sibTrans" presStyleCnt="0"/>
      <dgm:spPr/>
    </dgm:pt>
    <dgm:pt modelId="{4C42AEFC-820B-45DA-B2A4-F67F4A1802E4}" type="pres">
      <dgm:prSet presAssocID="{3F2FA9D5-8372-458F-A972-120226585877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24DF4B9-50E5-4E57-8FBC-F5CEC79A2336}" type="presOf" srcId="{444F5DA5-135E-4C50-85F5-FD72D4805830}" destId="{4D19F2E6-D0F0-4966-9AF7-426A645A18EC}" srcOrd="0" destOrd="0" presId="urn:microsoft.com/office/officeart/2005/8/layout/default"/>
    <dgm:cxn modelId="{E32B275E-76FA-44E3-9FDD-61BC67438C8F}" type="presOf" srcId="{05EC1106-78B6-425B-A0A5-7484A2BB2736}" destId="{5A5CA410-6502-4262-AAFD-712399241B57}" srcOrd="0" destOrd="0" presId="urn:microsoft.com/office/officeart/2005/8/layout/default"/>
    <dgm:cxn modelId="{B147C116-69B9-4962-A757-C4D3B6F4A00F}" srcId="{05EC1106-78B6-425B-A0A5-7484A2BB2736}" destId="{04E845A0-FAB3-41B9-8E87-D658C7D951AB}" srcOrd="0" destOrd="0" parTransId="{7DB25DE3-7870-4089-A077-7756275B4395}" sibTransId="{BD262E9D-5C3A-4B34-AB55-09DF133BC8E9}"/>
    <dgm:cxn modelId="{3462D31D-BD65-4540-8189-0D2F8C56CB91}" type="presOf" srcId="{3DC7F8CC-99A9-4960-9445-9D004B4631E2}" destId="{FDFBB3C2-1B9F-4428-8C3E-96FAACBBEEF4}" srcOrd="0" destOrd="0" presId="urn:microsoft.com/office/officeart/2005/8/layout/default"/>
    <dgm:cxn modelId="{F8C5E220-0B98-421A-8F64-7F2FCAD374E5}" type="presOf" srcId="{04E845A0-FAB3-41B9-8E87-D658C7D951AB}" destId="{9BF3C36F-F3D9-4F17-B353-B6DCE5EC3D69}" srcOrd="0" destOrd="0" presId="urn:microsoft.com/office/officeart/2005/8/layout/default"/>
    <dgm:cxn modelId="{34B74E4C-7C2E-47FA-AAA6-AA965C96BFCB}" srcId="{05EC1106-78B6-425B-A0A5-7484A2BB2736}" destId="{444F5DA5-135E-4C50-85F5-FD72D4805830}" srcOrd="3" destOrd="0" parTransId="{53F69CA3-74FC-453E-8E06-3812668C001E}" sibTransId="{21A6F03C-CECA-4268-9858-5A0CE75250F4}"/>
    <dgm:cxn modelId="{FAB1C375-CE7C-47C2-8BC6-235273A52C9D}" srcId="{05EC1106-78B6-425B-A0A5-7484A2BB2736}" destId="{3DC7F8CC-99A9-4960-9445-9D004B4631E2}" srcOrd="2" destOrd="0" parTransId="{BF5BF2D1-87B5-4BE4-8873-34F015376943}" sibTransId="{576E8779-8C76-47C3-AF5D-1BF9A9333AEA}"/>
    <dgm:cxn modelId="{8560AC9A-1E2D-472F-9917-7DAE28D693C2}" type="presOf" srcId="{61CF9547-6E45-4734-808C-A9F1575F8BFD}" destId="{B99C1D35-E094-4D9F-A5D3-C34A71EDC9BD}" srcOrd="0" destOrd="0" presId="urn:microsoft.com/office/officeart/2005/8/layout/default"/>
    <dgm:cxn modelId="{84E9CCB3-1525-4220-A2FB-8F128F9CC752}" srcId="{05EC1106-78B6-425B-A0A5-7484A2BB2736}" destId="{3F2FA9D5-8372-458F-A972-120226585877}" srcOrd="4" destOrd="0" parTransId="{8D60C05A-21C5-4D32-B741-6BCC042F024F}" sibTransId="{8FA7BA63-3F2F-43DE-B586-718B25BE6193}"/>
    <dgm:cxn modelId="{A12C299F-482E-4A08-B3B2-91041E0C3C8D}" type="presOf" srcId="{3F2FA9D5-8372-458F-A972-120226585877}" destId="{4C42AEFC-820B-45DA-B2A4-F67F4A1802E4}" srcOrd="0" destOrd="0" presId="urn:microsoft.com/office/officeart/2005/8/layout/default"/>
    <dgm:cxn modelId="{6EA77E20-955C-4C90-A5D6-D0951F5EA610}" srcId="{05EC1106-78B6-425B-A0A5-7484A2BB2736}" destId="{61CF9547-6E45-4734-808C-A9F1575F8BFD}" srcOrd="1" destOrd="0" parTransId="{A47EF235-4A38-4721-8728-D5A3759BB8E2}" sibTransId="{8065A86F-C695-4C87-A40B-7C63B1E1215C}"/>
    <dgm:cxn modelId="{98CD4759-B508-499B-A9C8-AB79C84D3E62}" type="presParOf" srcId="{5A5CA410-6502-4262-AAFD-712399241B57}" destId="{9BF3C36F-F3D9-4F17-B353-B6DCE5EC3D69}" srcOrd="0" destOrd="0" presId="urn:microsoft.com/office/officeart/2005/8/layout/default"/>
    <dgm:cxn modelId="{53AD08C8-E6CD-4212-9166-AED92F325816}" type="presParOf" srcId="{5A5CA410-6502-4262-AAFD-712399241B57}" destId="{12B7C7E6-700F-40E6-9D8C-CD3A5C43BC28}" srcOrd="1" destOrd="0" presId="urn:microsoft.com/office/officeart/2005/8/layout/default"/>
    <dgm:cxn modelId="{3D728A32-4FEE-42D4-ABD1-38458222D22A}" type="presParOf" srcId="{5A5CA410-6502-4262-AAFD-712399241B57}" destId="{B99C1D35-E094-4D9F-A5D3-C34A71EDC9BD}" srcOrd="2" destOrd="0" presId="urn:microsoft.com/office/officeart/2005/8/layout/default"/>
    <dgm:cxn modelId="{B7E46F1E-38C5-4B3F-84CA-894F07EEFFB5}" type="presParOf" srcId="{5A5CA410-6502-4262-AAFD-712399241B57}" destId="{895125E3-73D6-4BF1-8C3D-75D78CBC0839}" srcOrd="3" destOrd="0" presId="urn:microsoft.com/office/officeart/2005/8/layout/default"/>
    <dgm:cxn modelId="{A61ABB09-843F-4D75-B29D-1B9837A51216}" type="presParOf" srcId="{5A5CA410-6502-4262-AAFD-712399241B57}" destId="{FDFBB3C2-1B9F-4428-8C3E-96FAACBBEEF4}" srcOrd="4" destOrd="0" presId="urn:microsoft.com/office/officeart/2005/8/layout/default"/>
    <dgm:cxn modelId="{8317EA1A-E1D4-4733-88D3-9A7432F1ADFA}" type="presParOf" srcId="{5A5CA410-6502-4262-AAFD-712399241B57}" destId="{1593C04E-031A-4CBB-BFAC-B4D040A22DA2}" srcOrd="5" destOrd="0" presId="urn:microsoft.com/office/officeart/2005/8/layout/default"/>
    <dgm:cxn modelId="{B5D6FA02-9E0B-4EDA-94FF-B36A66CBED93}" type="presParOf" srcId="{5A5CA410-6502-4262-AAFD-712399241B57}" destId="{4D19F2E6-D0F0-4966-9AF7-426A645A18EC}" srcOrd="6" destOrd="0" presId="urn:microsoft.com/office/officeart/2005/8/layout/default"/>
    <dgm:cxn modelId="{A21FAE91-C79A-480F-827B-682D165D49A1}" type="presParOf" srcId="{5A5CA410-6502-4262-AAFD-712399241B57}" destId="{442892ED-E2E8-43B1-9E8B-DDEB9F181628}" srcOrd="7" destOrd="0" presId="urn:microsoft.com/office/officeart/2005/8/layout/default"/>
    <dgm:cxn modelId="{1B52F5D6-DE7D-453D-B1C2-1175E953B533}" type="presParOf" srcId="{5A5CA410-6502-4262-AAFD-712399241B57}" destId="{4C42AEFC-820B-45DA-B2A4-F67F4A1802E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FBA7C2-0283-4DA1-BCAF-A5CCEE62481F}" type="doc">
      <dgm:prSet loTypeId="urn:microsoft.com/office/officeart/2005/8/layout/h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9744BB-2548-4759-A07E-22F244DCAA0C}">
      <dgm:prSet/>
      <dgm:spPr>
        <a:solidFill>
          <a:srgbClr val="FFC000"/>
        </a:solidFill>
      </dgm:spPr>
      <dgm:t>
        <a:bodyPr/>
        <a:lstStyle/>
        <a:p>
          <a:pPr rtl="0"/>
          <a:r>
            <a:rPr lang="en-US" smtClean="0"/>
            <a:t>Mostly convertible debts</a:t>
          </a:r>
          <a:endParaRPr lang="en-US"/>
        </a:p>
      </dgm:t>
    </dgm:pt>
    <dgm:pt modelId="{E4703F08-2FF0-4020-8E24-56A52FCC1F9A}" type="parTrans" cxnId="{BC6CEAE6-80B5-44A9-9BAA-68EE9D036474}">
      <dgm:prSet/>
      <dgm:spPr/>
      <dgm:t>
        <a:bodyPr/>
        <a:lstStyle/>
        <a:p>
          <a:endParaRPr lang="en-US"/>
        </a:p>
      </dgm:t>
    </dgm:pt>
    <dgm:pt modelId="{6201DD1D-5E3C-4109-8342-66E552B8C328}" type="sibTrans" cxnId="{BC6CEAE6-80B5-44A9-9BAA-68EE9D036474}">
      <dgm:prSet/>
      <dgm:spPr/>
      <dgm:t>
        <a:bodyPr/>
        <a:lstStyle/>
        <a:p>
          <a:endParaRPr lang="en-US"/>
        </a:p>
      </dgm:t>
    </dgm:pt>
    <dgm:pt modelId="{E0183EB3-20F5-497D-9562-564A9E2B7AE0}">
      <dgm:prSet/>
      <dgm:spPr>
        <a:solidFill>
          <a:srgbClr val="164374"/>
        </a:solidFill>
      </dgm:spPr>
      <dgm:t>
        <a:bodyPr/>
        <a:lstStyle/>
        <a:p>
          <a:pPr rtl="0"/>
          <a:r>
            <a:rPr lang="en-US" smtClean="0"/>
            <a:t>Preference shares</a:t>
          </a:r>
          <a:endParaRPr lang="en-US"/>
        </a:p>
      </dgm:t>
    </dgm:pt>
    <dgm:pt modelId="{73A0386D-D834-4A6A-BEC6-7BBB5D6B811B}" type="parTrans" cxnId="{DEFE90DE-69B2-4C94-BC7F-021A9B15CB93}">
      <dgm:prSet/>
      <dgm:spPr/>
      <dgm:t>
        <a:bodyPr/>
        <a:lstStyle/>
        <a:p>
          <a:endParaRPr lang="en-US"/>
        </a:p>
      </dgm:t>
    </dgm:pt>
    <dgm:pt modelId="{059BA33E-6D35-4D31-9375-BD28EF214BBA}" type="sibTrans" cxnId="{DEFE90DE-69B2-4C94-BC7F-021A9B15CB93}">
      <dgm:prSet/>
      <dgm:spPr/>
      <dgm:t>
        <a:bodyPr/>
        <a:lstStyle/>
        <a:p>
          <a:endParaRPr lang="en-US"/>
        </a:p>
      </dgm:t>
    </dgm:pt>
    <dgm:pt modelId="{DB950D70-9F78-41A5-A88A-CA74F7D5E243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pPr rtl="0"/>
          <a:r>
            <a:rPr lang="en-US" smtClean="0"/>
            <a:t>Straight debt	</a:t>
          </a:r>
          <a:endParaRPr lang="en-US"/>
        </a:p>
      </dgm:t>
    </dgm:pt>
    <dgm:pt modelId="{05CDE668-DF82-4E8D-B5A9-E2909F1EC04B}" type="parTrans" cxnId="{4313742F-1B91-4A43-995C-21C573952431}">
      <dgm:prSet/>
      <dgm:spPr/>
      <dgm:t>
        <a:bodyPr/>
        <a:lstStyle/>
        <a:p>
          <a:endParaRPr lang="en-US"/>
        </a:p>
      </dgm:t>
    </dgm:pt>
    <dgm:pt modelId="{2916FACD-8373-4EAE-B06A-FBAF1336F2CF}" type="sibTrans" cxnId="{4313742F-1B91-4A43-995C-21C573952431}">
      <dgm:prSet/>
      <dgm:spPr/>
      <dgm:t>
        <a:bodyPr/>
        <a:lstStyle/>
        <a:p>
          <a:endParaRPr lang="en-US"/>
        </a:p>
      </dgm:t>
    </dgm:pt>
    <dgm:pt modelId="{B7FE09B4-CB4C-4125-A329-1410FB162B81}" type="pres">
      <dgm:prSet presAssocID="{8AFBA7C2-0283-4DA1-BCAF-A5CCEE62481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8401E3-E1E9-46AB-ACA8-6DAA0CA5A311}" type="pres">
      <dgm:prSet presAssocID="{B49744BB-2548-4759-A07E-22F244DCAA0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FD72B1-F03E-4A0B-8209-F3CD2626CE2D}" type="pres">
      <dgm:prSet presAssocID="{6201DD1D-5E3C-4109-8342-66E552B8C328}" presName="sibTrans" presStyleCnt="0"/>
      <dgm:spPr/>
    </dgm:pt>
    <dgm:pt modelId="{2EE7A3ED-28C5-415A-A4EF-5C40D50335FB}" type="pres">
      <dgm:prSet presAssocID="{E0183EB3-20F5-497D-9562-564A9E2B7AE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A6122C-2905-4F05-B13C-7CA71EBCF940}" type="pres">
      <dgm:prSet presAssocID="{059BA33E-6D35-4D31-9375-BD28EF214BBA}" presName="sibTrans" presStyleCnt="0"/>
      <dgm:spPr/>
    </dgm:pt>
    <dgm:pt modelId="{679519A5-A7C8-458C-ABC2-452F8B4998E1}" type="pres">
      <dgm:prSet presAssocID="{DB950D70-9F78-41A5-A88A-CA74F7D5E24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80A1D5-F1AA-43D5-B3EE-A02A080538B3}" type="presOf" srcId="{8AFBA7C2-0283-4DA1-BCAF-A5CCEE62481F}" destId="{B7FE09B4-CB4C-4125-A329-1410FB162B81}" srcOrd="0" destOrd="0" presId="urn:microsoft.com/office/officeart/2005/8/layout/hList6"/>
    <dgm:cxn modelId="{4313742F-1B91-4A43-995C-21C573952431}" srcId="{8AFBA7C2-0283-4DA1-BCAF-A5CCEE62481F}" destId="{DB950D70-9F78-41A5-A88A-CA74F7D5E243}" srcOrd="2" destOrd="0" parTransId="{05CDE668-DF82-4E8D-B5A9-E2909F1EC04B}" sibTransId="{2916FACD-8373-4EAE-B06A-FBAF1336F2CF}"/>
    <dgm:cxn modelId="{BC6CEAE6-80B5-44A9-9BAA-68EE9D036474}" srcId="{8AFBA7C2-0283-4DA1-BCAF-A5CCEE62481F}" destId="{B49744BB-2548-4759-A07E-22F244DCAA0C}" srcOrd="0" destOrd="0" parTransId="{E4703F08-2FF0-4020-8E24-56A52FCC1F9A}" sibTransId="{6201DD1D-5E3C-4109-8342-66E552B8C328}"/>
    <dgm:cxn modelId="{763BB346-E054-47CE-A7D1-CD84F9A4087F}" type="presOf" srcId="{DB950D70-9F78-41A5-A88A-CA74F7D5E243}" destId="{679519A5-A7C8-458C-ABC2-452F8B4998E1}" srcOrd="0" destOrd="0" presId="urn:microsoft.com/office/officeart/2005/8/layout/hList6"/>
    <dgm:cxn modelId="{4750DA66-5E58-4057-9246-E9AFAC45DC96}" type="presOf" srcId="{B49744BB-2548-4759-A07E-22F244DCAA0C}" destId="{698401E3-E1E9-46AB-ACA8-6DAA0CA5A311}" srcOrd="0" destOrd="0" presId="urn:microsoft.com/office/officeart/2005/8/layout/hList6"/>
    <dgm:cxn modelId="{DEFE90DE-69B2-4C94-BC7F-021A9B15CB93}" srcId="{8AFBA7C2-0283-4DA1-BCAF-A5CCEE62481F}" destId="{E0183EB3-20F5-497D-9562-564A9E2B7AE0}" srcOrd="1" destOrd="0" parTransId="{73A0386D-D834-4A6A-BEC6-7BBB5D6B811B}" sibTransId="{059BA33E-6D35-4D31-9375-BD28EF214BBA}"/>
    <dgm:cxn modelId="{EAEA6A94-F265-448A-A043-378DEC745121}" type="presOf" srcId="{E0183EB3-20F5-497D-9562-564A9E2B7AE0}" destId="{2EE7A3ED-28C5-415A-A4EF-5C40D50335FB}" srcOrd="0" destOrd="0" presId="urn:microsoft.com/office/officeart/2005/8/layout/hList6"/>
    <dgm:cxn modelId="{3E7C01F7-4A6E-4A0A-A12E-596B075CACA9}" type="presParOf" srcId="{B7FE09B4-CB4C-4125-A329-1410FB162B81}" destId="{698401E3-E1E9-46AB-ACA8-6DAA0CA5A311}" srcOrd="0" destOrd="0" presId="urn:microsoft.com/office/officeart/2005/8/layout/hList6"/>
    <dgm:cxn modelId="{85791BBC-BB11-4FC9-B67B-846855C876E2}" type="presParOf" srcId="{B7FE09B4-CB4C-4125-A329-1410FB162B81}" destId="{EFFD72B1-F03E-4A0B-8209-F3CD2626CE2D}" srcOrd="1" destOrd="0" presId="urn:microsoft.com/office/officeart/2005/8/layout/hList6"/>
    <dgm:cxn modelId="{3B7B8388-DA03-433E-B8B7-306278CBAA6D}" type="presParOf" srcId="{B7FE09B4-CB4C-4125-A329-1410FB162B81}" destId="{2EE7A3ED-28C5-415A-A4EF-5C40D50335FB}" srcOrd="2" destOrd="0" presId="urn:microsoft.com/office/officeart/2005/8/layout/hList6"/>
    <dgm:cxn modelId="{C76DEA31-3465-4CDD-89FE-0AAB8CC349C2}" type="presParOf" srcId="{B7FE09B4-CB4C-4125-A329-1410FB162B81}" destId="{C0A6122C-2905-4F05-B13C-7CA71EBCF940}" srcOrd="3" destOrd="0" presId="urn:microsoft.com/office/officeart/2005/8/layout/hList6"/>
    <dgm:cxn modelId="{6569E3B9-F08D-478D-AAB7-E403E8083C9C}" type="presParOf" srcId="{B7FE09B4-CB4C-4125-A329-1410FB162B81}" destId="{679519A5-A7C8-458C-ABC2-452F8B4998E1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831C60-8DCE-42E3-AF6D-AE22A0AA62BD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065B0A1-5775-4C1C-937A-DBCEA42C52B2}">
      <dgm:prSet custT="1"/>
      <dgm:spPr/>
      <dgm:t>
        <a:bodyPr/>
        <a:lstStyle/>
        <a:p>
          <a:pPr rtl="0"/>
          <a:r>
            <a:rPr lang="en-US" sz="1400" b="1" smtClean="0"/>
            <a:t>Call for Applications</a:t>
          </a:r>
          <a:endParaRPr lang="en-US" sz="1400" b="1"/>
        </a:p>
      </dgm:t>
    </dgm:pt>
    <dgm:pt modelId="{87995192-C8F3-4E3F-B160-857206322583}" type="parTrans" cxnId="{49024934-5DCB-4D64-B06D-CF59B10EA8E5}">
      <dgm:prSet/>
      <dgm:spPr/>
      <dgm:t>
        <a:bodyPr/>
        <a:lstStyle/>
        <a:p>
          <a:endParaRPr lang="en-US" sz="2000" b="1"/>
        </a:p>
      </dgm:t>
    </dgm:pt>
    <dgm:pt modelId="{A43BFBBE-9FD9-49F0-B49A-2E04FCAB95A7}" type="sibTrans" cxnId="{49024934-5DCB-4D64-B06D-CF59B10EA8E5}">
      <dgm:prSet/>
      <dgm:spPr/>
      <dgm:t>
        <a:bodyPr/>
        <a:lstStyle/>
        <a:p>
          <a:endParaRPr lang="en-US" sz="2000" b="1"/>
        </a:p>
      </dgm:t>
    </dgm:pt>
    <dgm:pt modelId="{E36C95F5-CFB0-4FCD-B6D6-74438B35EC49}">
      <dgm:prSet custT="1"/>
      <dgm:spPr/>
      <dgm:t>
        <a:bodyPr/>
        <a:lstStyle/>
        <a:p>
          <a:pPr rtl="0"/>
          <a:r>
            <a:rPr lang="en-US" sz="1400" b="1" smtClean="0"/>
            <a:t>Selection Committee</a:t>
          </a:r>
          <a:endParaRPr lang="en-US" sz="1400" b="1"/>
        </a:p>
      </dgm:t>
    </dgm:pt>
    <dgm:pt modelId="{2D820604-8D39-4219-AE55-86A3ECD5C6AE}" type="parTrans" cxnId="{C6CE194C-F8A1-4D24-A997-0669FD36FAA4}">
      <dgm:prSet/>
      <dgm:spPr/>
      <dgm:t>
        <a:bodyPr/>
        <a:lstStyle/>
        <a:p>
          <a:endParaRPr lang="en-US" sz="2000" b="1"/>
        </a:p>
      </dgm:t>
    </dgm:pt>
    <dgm:pt modelId="{E30BB896-47A4-40BF-BAA6-5AB90434833C}" type="sibTrans" cxnId="{C6CE194C-F8A1-4D24-A997-0669FD36FAA4}">
      <dgm:prSet/>
      <dgm:spPr/>
      <dgm:t>
        <a:bodyPr/>
        <a:lstStyle/>
        <a:p>
          <a:endParaRPr lang="en-US" sz="2000" b="1"/>
        </a:p>
      </dgm:t>
    </dgm:pt>
    <dgm:pt modelId="{187940FA-6001-42BC-B345-D3F639ADEF81}">
      <dgm:prSet custT="1"/>
      <dgm:spPr/>
      <dgm:t>
        <a:bodyPr/>
        <a:lstStyle/>
        <a:p>
          <a:pPr rtl="0"/>
          <a:r>
            <a:rPr lang="en-US" sz="1400" b="1" smtClean="0"/>
            <a:t>One Month Session</a:t>
          </a:r>
          <a:endParaRPr lang="en-US" sz="1400" b="1"/>
        </a:p>
      </dgm:t>
    </dgm:pt>
    <dgm:pt modelId="{B8E61483-8077-4668-8AD2-EC1BDF3B878B}" type="parTrans" cxnId="{85B734A5-F818-45F7-84F9-5DE2E84076A9}">
      <dgm:prSet/>
      <dgm:spPr/>
      <dgm:t>
        <a:bodyPr/>
        <a:lstStyle/>
        <a:p>
          <a:endParaRPr lang="en-US" sz="2000" b="1"/>
        </a:p>
      </dgm:t>
    </dgm:pt>
    <dgm:pt modelId="{F395E7A3-0AFA-40A9-A5E7-E3E0D326FEB4}" type="sibTrans" cxnId="{85B734A5-F818-45F7-84F9-5DE2E84076A9}">
      <dgm:prSet/>
      <dgm:spPr/>
      <dgm:t>
        <a:bodyPr/>
        <a:lstStyle/>
        <a:p>
          <a:endParaRPr lang="en-US" sz="2000" b="1"/>
        </a:p>
      </dgm:t>
    </dgm:pt>
    <dgm:pt modelId="{4C062C2B-2BA8-4EE8-8A84-8F32159CDD05}">
      <dgm:prSet custT="1"/>
      <dgm:spPr/>
      <dgm:t>
        <a:bodyPr/>
        <a:lstStyle/>
        <a:p>
          <a:pPr rtl="0"/>
          <a:r>
            <a:rPr lang="en-US" sz="1400" b="1" smtClean="0"/>
            <a:t>Weekend Boot camp</a:t>
          </a:r>
          <a:endParaRPr lang="en-US" sz="1400" b="1"/>
        </a:p>
      </dgm:t>
    </dgm:pt>
    <dgm:pt modelId="{4869C911-C00F-45DE-B622-35733039F000}" type="parTrans" cxnId="{71BD896E-9503-48E1-BE2C-90B7A2E6A150}">
      <dgm:prSet/>
      <dgm:spPr/>
      <dgm:t>
        <a:bodyPr/>
        <a:lstStyle/>
        <a:p>
          <a:endParaRPr lang="en-US" sz="2000" b="1"/>
        </a:p>
      </dgm:t>
    </dgm:pt>
    <dgm:pt modelId="{B8CB7F2A-2498-4EB5-82A4-9C37F9D6730C}" type="sibTrans" cxnId="{71BD896E-9503-48E1-BE2C-90B7A2E6A150}">
      <dgm:prSet/>
      <dgm:spPr/>
      <dgm:t>
        <a:bodyPr/>
        <a:lstStyle/>
        <a:p>
          <a:endParaRPr lang="en-US" sz="2000" b="1"/>
        </a:p>
      </dgm:t>
    </dgm:pt>
    <dgm:pt modelId="{56817E25-CB95-4519-A518-12FDDD805051}">
      <dgm:prSet custT="1"/>
      <dgm:spPr/>
      <dgm:t>
        <a:bodyPr/>
        <a:lstStyle/>
        <a:p>
          <a:pPr rtl="0"/>
          <a:r>
            <a:rPr lang="en-US" sz="1400" b="1" smtClean="0"/>
            <a:t>Pitch Session</a:t>
          </a:r>
          <a:endParaRPr lang="en-US" sz="1400" b="1"/>
        </a:p>
      </dgm:t>
    </dgm:pt>
    <dgm:pt modelId="{E2A46085-5E9C-49D6-B6B5-AA9F228D2E8C}" type="parTrans" cxnId="{A65F3000-5DAD-4750-939A-99C49B735812}">
      <dgm:prSet/>
      <dgm:spPr/>
      <dgm:t>
        <a:bodyPr/>
        <a:lstStyle/>
        <a:p>
          <a:endParaRPr lang="en-US" sz="2000" b="1"/>
        </a:p>
      </dgm:t>
    </dgm:pt>
    <dgm:pt modelId="{9E87CC6C-935B-4DF0-8CF9-2A65F9E87338}" type="sibTrans" cxnId="{A65F3000-5DAD-4750-939A-99C49B735812}">
      <dgm:prSet/>
      <dgm:spPr/>
      <dgm:t>
        <a:bodyPr/>
        <a:lstStyle/>
        <a:p>
          <a:endParaRPr lang="en-US" sz="2000" b="1"/>
        </a:p>
      </dgm:t>
    </dgm:pt>
    <dgm:pt modelId="{BFE28C0D-F113-49A0-BA5B-54776291CBE0}">
      <dgm:prSet custT="1"/>
      <dgm:spPr/>
      <dgm:t>
        <a:bodyPr/>
        <a:lstStyle/>
        <a:p>
          <a:pPr rtl="0"/>
          <a:r>
            <a:rPr lang="en-US" sz="1400" b="1" dirty="0" smtClean="0"/>
            <a:t>Depends on how much is needed, We select them</a:t>
          </a:r>
          <a:endParaRPr lang="en-US" sz="1400" b="1" dirty="0"/>
        </a:p>
      </dgm:t>
    </dgm:pt>
    <dgm:pt modelId="{BAE3DA62-68F0-45A7-B03D-95913B6E6DB8}" type="parTrans" cxnId="{443A3553-E5FE-46B7-9F8F-D8E3DFC292E2}">
      <dgm:prSet/>
      <dgm:spPr/>
      <dgm:t>
        <a:bodyPr/>
        <a:lstStyle/>
        <a:p>
          <a:endParaRPr lang="en-US" sz="2000" b="1"/>
        </a:p>
      </dgm:t>
    </dgm:pt>
    <dgm:pt modelId="{A7CC67A2-8BA2-44CA-A789-788D88DB8427}" type="sibTrans" cxnId="{443A3553-E5FE-46B7-9F8F-D8E3DFC292E2}">
      <dgm:prSet/>
      <dgm:spPr/>
      <dgm:t>
        <a:bodyPr/>
        <a:lstStyle/>
        <a:p>
          <a:endParaRPr lang="en-US" sz="2000" b="1"/>
        </a:p>
      </dgm:t>
    </dgm:pt>
    <dgm:pt modelId="{750F36E6-5BB1-4961-99DF-DF364FC1BC8E}" type="pres">
      <dgm:prSet presAssocID="{75831C60-8DCE-42E3-AF6D-AE22A0AA62BD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A610009E-5B85-4F68-A5F1-EE070E0C7502}" type="pres">
      <dgm:prSet presAssocID="{BFE28C0D-F113-49A0-BA5B-54776291CBE0}" presName="Accent6" presStyleCnt="0"/>
      <dgm:spPr/>
    </dgm:pt>
    <dgm:pt modelId="{5DAD41D3-9763-4AE4-ABE4-E4E6E19110A9}" type="pres">
      <dgm:prSet presAssocID="{BFE28C0D-F113-49A0-BA5B-54776291CBE0}" presName="Accent" presStyleLbl="node1" presStyleIdx="0" presStyleCnt="6"/>
      <dgm:spPr/>
    </dgm:pt>
    <dgm:pt modelId="{CB9D238F-95C2-4E9D-A0F6-A6F38FEECCB1}" type="pres">
      <dgm:prSet presAssocID="{BFE28C0D-F113-49A0-BA5B-54776291CBE0}" presName="ParentBackground6" presStyleCnt="0"/>
      <dgm:spPr/>
    </dgm:pt>
    <dgm:pt modelId="{A4D47EB6-B947-4BEE-BE25-070910DC82FF}" type="pres">
      <dgm:prSet presAssocID="{BFE28C0D-F113-49A0-BA5B-54776291CBE0}" presName="ParentBackground" presStyleLbl="fgAcc1" presStyleIdx="0" presStyleCnt="6"/>
      <dgm:spPr/>
      <dgm:t>
        <a:bodyPr/>
        <a:lstStyle/>
        <a:p>
          <a:endParaRPr lang="en-US"/>
        </a:p>
      </dgm:t>
    </dgm:pt>
    <dgm:pt modelId="{78A7CF32-3DE4-4607-8B2A-EA85CD95A1ED}" type="pres">
      <dgm:prSet presAssocID="{BFE28C0D-F113-49A0-BA5B-54776291CBE0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D43D80-999F-4D38-A40D-6D21A6125FB7}" type="pres">
      <dgm:prSet presAssocID="{56817E25-CB95-4519-A518-12FDDD805051}" presName="Accent5" presStyleCnt="0"/>
      <dgm:spPr/>
    </dgm:pt>
    <dgm:pt modelId="{0C683430-A2C9-4EDC-A378-26D6CD2B5447}" type="pres">
      <dgm:prSet presAssocID="{56817E25-CB95-4519-A518-12FDDD805051}" presName="Accent" presStyleLbl="node1" presStyleIdx="1" presStyleCnt="6"/>
      <dgm:spPr/>
    </dgm:pt>
    <dgm:pt modelId="{904AC922-CC49-4F67-BB94-4CF02A3ACD3B}" type="pres">
      <dgm:prSet presAssocID="{56817E25-CB95-4519-A518-12FDDD805051}" presName="ParentBackground5" presStyleCnt="0"/>
      <dgm:spPr/>
    </dgm:pt>
    <dgm:pt modelId="{C6B36D1E-3E7A-407A-93E2-787D5560C0CE}" type="pres">
      <dgm:prSet presAssocID="{56817E25-CB95-4519-A518-12FDDD805051}" presName="ParentBackground" presStyleLbl="fgAcc1" presStyleIdx="1" presStyleCnt="6"/>
      <dgm:spPr/>
      <dgm:t>
        <a:bodyPr/>
        <a:lstStyle/>
        <a:p>
          <a:endParaRPr lang="en-US"/>
        </a:p>
      </dgm:t>
    </dgm:pt>
    <dgm:pt modelId="{8D5D9134-F599-4025-83D1-1633C4260DF2}" type="pres">
      <dgm:prSet presAssocID="{56817E25-CB95-4519-A518-12FDDD805051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5302D7-5D7C-456D-8587-2EA5EE313C43}" type="pres">
      <dgm:prSet presAssocID="{4C062C2B-2BA8-4EE8-8A84-8F32159CDD05}" presName="Accent4" presStyleCnt="0"/>
      <dgm:spPr/>
    </dgm:pt>
    <dgm:pt modelId="{DA969E0B-DA03-449D-B9AF-61CB86868FE7}" type="pres">
      <dgm:prSet presAssocID="{4C062C2B-2BA8-4EE8-8A84-8F32159CDD05}" presName="Accent" presStyleLbl="node1" presStyleIdx="2" presStyleCnt="6"/>
      <dgm:spPr/>
    </dgm:pt>
    <dgm:pt modelId="{9D7CB2C7-22AF-4D6F-A104-7236C3895EDB}" type="pres">
      <dgm:prSet presAssocID="{4C062C2B-2BA8-4EE8-8A84-8F32159CDD05}" presName="ParentBackground4" presStyleCnt="0"/>
      <dgm:spPr/>
    </dgm:pt>
    <dgm:pt modelId="{41D0ED25-8E57-4BDA-B3CD-AE221FF9F880}" type="pres">
      <dgm:prSet presAssocID="{4C062C2B-2BA8-4EE8-8A84-8F32159CDD05}" presName="ParentBackground" presStyleLbl="fgAcc1" presStyleIdx="2" presStyleCnt="6"/>
      <dgm:spPr/>
      <dgm:t>
        <a:bodyPr/>
        <a:lstStyle/>
        <a:p>
          <a:endParaRPr lang="en-US"/>
        </a:p>
      </dgm:t>
    </dgm:pt>
    <dgm:pt modelId="{9223C1B8-8FEC-4B00-89A6-7D4EF5B63CCD}" type="pres">
      <dgm:prSet presAssocID="{4C062C2B-2BA8-4EE8-8A84-8F32159CDD05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9C4B37-7D46-4CA5-8C0E-1941DE66954F}" type="pres">
      <dgm:prSet presAssocID="{187940FA-6001-42BC-B345-D3F639ADEF81}" presName="Accent3" presStyleCnt="0"/>
      <dgm:spPr/>
    </dgm:pt>
    <dgm:pt modelId="{8DD34030-9CF3-4196-A67E-DD15811E4F3A}" type="pres">
      <dgm:prSet presAssocID="{187940FA-6001-42BC-B345-D3F639ADEF81}" presName="Accent" presStyleLbl="node1" presStyleIdx="3" presStyleCnt="6"/>
      <dgm:spPr/>
    </dgm:pt>
    <dgm:pt modelId="{7891834F-BAEB-47F8-8EB1-6088E23CF008}" type="pres">
      <dgm:prSet presAssocID="{187940FA-6001-42BC-B345-D3F639ADEF81}" presName="ParentBackground3" presStyleCnt="0"/>
      <dgm:spPr/>
    </dgm:pt>
    <dgm:pt modelId="{91D45EA0-1712-4A82-ACBC-B86B8BC7D1EE}" type="pres">
      <dgm:prSet presAssocID="{187940FA-6001-42BC-B345-D3F639ADEF81}" presName="ParentBackground" presStyleLbl="fgAcc1" presStyleIdx="3" presStyleCnt="6"/>
      <dgm:spPr/>
      <dgm:t>
        <a:bodyPr/>
        <a:lstStyle/>
        <a:p>
          <a:endParaRPr lang="en-US"/>
        </a:p>
      </dgm:t>
    </dgm:pt>
    <dgm:pt modelId="{C4992E2E-9286-44BA-B7B4-B445F3DD6AC9}" type="pres">
      <dgm:prSet presAssocID="{187940FA-6001-42BC-B345-D3F639ADEF81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DBA1AE-9F97-4533-9442-7F88F85795C1}" type="pres">
      <dgm:prSet presAssocID="{E36C95F5-CFB0-4FCD-B6D6-74438B35EC49}" presName="Accent2" presStyleCnt="0"/>
      <dgm:spPr/>
    </dgm:pt>
    <dgm:pt modelId="{606C3C63-1DDC-4A4A-880B-ECB78127C5A5}" type="pres">
      <dgm:prSet presAssocID="{E36C95F5-CFB0-4FCD-B6D6-74438B35EC49}" presName="Accent" presStyleLbl="node1" presStyleIdx="4" presStyleCnt="6"/>
      <dgm:spPr/>
    </dgm:pt>
    <dgm:pt modelId="{0839D4EB-33E6-419A-8F83-0EF6BEC7CCC5}" type="pres">
      <dgm:prSet presAssocID="{E36C95F5-CFB0-4FCD-B6D6-74438B35EC49}" presName="ParentBackground2" presStyleCnt="0"/>
      <dgm:spPr/>
    </dgm:pt>
    <dgm:pt modelId="{2C697FF8-C8A3-49B3-9865-6046C236E2AC}" type="pres">
      <dgm:prSet presAssocID="{E36C95F5-CFB0-4FCD-B6D6-74438B35EC49}" presName="ParentBackground" presStyleLbl="fgAcc1" presStyleIdx="4" presStyleCnt="6"/>
      <dgm:spPr/>
      <dgm:t>
        <a:bodyPr/>
        <a:lstStyle/>
        <a:p>
          <a:endParaRPr lang="en-US"/>
        </a:p>
      </dgm:t>
    </dgm:pt>
    <dgm:pt modelId="{3A494FEB-AC29-499E-9146-8D5AD2DAF30B}" type="pres">
      <dgm:prSet presAssocID="{E36C95F5-CFB0-4FCD-B6D6-74438B35EC49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EC5639-AFE5-43A0-80AE-E1F97D0F04CE}" type="pres">
      <dgm:prSet presAssocID="{7065B0A1-5775-4C1C-937A-DBCEA42C52B2}" presName="Accent1" presStyleCnt="0"/>
      <dgm:spPr/>
    </dgm:pt>
    <dgm:pt modelId="{F7246520-199E-41A0-AF0E-C2161DC707AD}" type="pres">
      <dgm:prSet presAssocID="{7065B0A1-5775-4C1C-937A-DBCEA42C52B2}" presName="Accent" presStyleLbl="node1" presStyleIdx="5" presStyleCnt="6"/>
      <dgm:spPr/>
    </dgm:pt>
    <dgm:pt modelId="{49435318-2AF2-47C3-A32E-3BE9317D3908}" type="pres">
      <dgm:prSet presAssocID="{7065B0A1-5775-4C1C-937A-DBCEA42C52B2}" presName="ParentBackground1" presStyleCnt="0"/>
      <dgm:spPr/>
    </dgm:pt>
    <dgm:pt modelId="{A7605891-04D6-45D0-A512-1E5E55678FB8}" type="pres">
      <dgm:prSet presAssocID="{7065B0A1-5775-4C1C-937A-DBCEA42C52B2}" presName="ParentBackground" presStyleLbl="fgAcc1" presStyleIdx="5" presStyleCnt="6"/>
      <dgm:spPr/>
      <dgm:t>
        <a:bodyPr/>
        <a:lstStyle/>
        <a:p>
          <a:endParaRPr lang="en-US"/>
        </a:p>
      </dgm:t>
    </dgm:pt>
    <dgm:pt modelId="{0FAEAD11-66CA-4857-B124-D8398A9767EF}" type="pres">
      <dgm:prSet presAssocID="{7065B0A1-5775-4C1C-937A-DBCEA42C52B2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15ED268-04A6-40AB-852A-D9C9C49D9950}" type="presOf" srcId="{BFE28C0D-F113-49A0-BA5B-54776291CBE0}" destId="{78A7CF32-3DE4-4607-8B2A-EA85CD95A1ED}" srcOrd="1" destOrd="0" presId="urn:microsoft.com/office/officeart/2011/layout/CircleProcess"/>
    <dgm:cxn modelId="{A9202BBF-0FFE-49E4-BE8B-46DD43A4C34E}" type="presOf" srcId="{E36C95F5-CFB0-4FCD-B6D6-74438B35EC49}" destId="{2C697FF8-C8A3-49B3-9865-6046C236E2AC}" srcOrd="0" destOrd="0" presId="urn:microsoft.com/office/officeart/2011/layout/CircleProcess"/>
    <dgm:cxn modelId="{85B734A5-F818-45F7-84F9-5DE2E84076A9}" srcId="{75831C60-8DCE-42E3-AF6D-AE22A0AA62BD}" destId="{187940FA-6001-42BC-B345-D3F639ADEF81}" srcOrd="2" destOrd="0" parTransId="{B8E61483-8077-4668-8AD2-EC1BDF3B878B}" sibTransId="{F395E7A3-0AFA-40A9-A5E7-E3E0D326FEB4}"/>
    <dgm:cxn modelId="{CF487D62-49BD-4716-BDE6-5BD209573893}" type="presOf" srcId="{4C062C2B-2BA8-4EE8-8A84-8F32159CDD05}" destId="{9223C1B8-8FEC-4B00-89A6-7D4EF5B63CCD}" srcOrd="1" destOrd="0" presId="urn:microsoft.com/office/officeart/2011/layout/CircleProcess"/>
    <dgm:cxn modelId="{443A3553-E5FE-46B7-9F8F-D8E3DFC292E2}" srcId="{75831C60-8DCE-42E3-AF6D-AE22A0AA62BD}" destId="{BFE28C0D-F113-49A0-BA5B-54776291CBE0}" srcOrd="5" destOrd="0" parTransId="{BAE3DA62-68F0-45A7-B03D-95913B6E6DB8}" sibTransId="{A7CC67A2-8BA2-44CA-A789-788D88DB8427}"/>
    <dgm:cxn modelId="{4B431568-9087-4C2D-9D8C-4712AAA67361}" type="presOf" srcId="{BFE28C0D-F113-49A0-BA5B-54776291CBE0}" destId="{A4D47EB6-B947-4BEE-BE25-070910DC82FF}" srcOrd="0" destOrd="0" presId="urn:microsoft.com/office/officeart/2011/layout/CircleProcess"/>
    <dgm:cxn modelId="{EAAE0A35-B825-4179-933E-CF7D9B472E8F}" type="presOf" srcId="{187940FA-6001-42BC-B345-D3F639ADEF81}" destId="{91D45EA0-1712-4A82-ACBC-B86B8BC7D1EE}" srcOrd="0" destOrd="0" presId="urn:microsoft.com/office/officeart/2011/layout/CircleProcess"/>
    <dgm:cxn modelId="{14038137-6FE5-4960-A561-479B33E2CE11}" type="presOf" srcId="{75831C60-8DCE-42E3-AF6D-AE22A0AA62BD}" destId="{750F36E6-5BB1-4961-99DF-DF364FC1BC8E}" srcOrd="0" destOrd="0" presId="urn:microsoft.com/office/officeart/2011/layout/CircleProcess"/>
    <dgm:cxn modelId="{29DBA199-4657-4594-BAEF-2DD0E619CD5A}" type="presOf" srcId="{187940FA-6001-42BC-B345-D3F639ADEF81}" destId="{C4992E2E-9286-44BA-B7B4-B445F3DD6AC9}" srcOrd="1" destOrd="0" presId="urn:microsoft.com/office/officeart/2011/layout/CircleProcess"/>
    <dgm:cxn modelId="{C5099EB3-EB73-454D-8650-91F78531413C}" type="presOf" srcId="{4C062C2B-2BA8-4EE8-8A84-8F32159CDD05}" destId="{41D0ED25-8E57-4BDA-B3CD-AE221FF9F880}" srcOrd="0" destOrd="0" presId="urn:microsoft.com/office/officeart/2011/layout/CircleProcess"/>
    <dgm:cxn modelId="{330C4D7F-980F-4AD7-BF2F-E640C52799E8}" type="presOf" srcId="{56817E25-CB95-4519-A518-12FDDD805051}" destId="{C6B36D1E-3E7A-407A-93E2-787D5560C0CE}" srcOrd="0" destOrd="0" presId="urn:microsoft.com/office/officeart/2011/layout/CircleProcess"/>
    <dgm:cxn modelId="{49024934-5DCB-4D64-B06D-CF59B10EA8E5}" srcId="{75831C60-8DCE-42E3-AF6D-AE22A0AA62BD}" destId="{7065B0A1-5775-4C1C-937A-DBCEA42C52B2}" srcOrd="0" destOrd="0" parTransId="{87995192-C8F3-4E3F-B160-857206322583}" sibTransId="{A43BFBBE-9FD9-49F0-B49A-2E04FCAB95A7}"/>
    <dgm:cxn modelId="{C6CE194C-F8A1-4D24-A997-0669FD36FAA4}" srcId="{75831C60-8DCE-42E3-AF6D-AE22A0AA62BD}" destId="{E36C95F5-CFB0-4FCD-B6D6-74438B35EC49}" srcOrd="1" destOrd="0" parTransId="{2D820604-8D39-4219-AE55-86A3ECD5C6AE}" sibTransId="{E30BB896-47A4-40BF-BAA6-5AB90434833C}"/>
    <dgm:cxn modelId="{A65F3000-5DAD-4750-939A-99C49B735812}" srcId="{75831C60-8DCE-42E3-AF6D-AE22A0AA62BD}" destId="{56817E25-CB95-4519-A518-12FDDD805051}" srcOrd="4" destOrd="0" parTransId="{E2A46085-5E9C-49D6-B6B5-AA9F228D2E8C}" sibTransId="{9E87CC6C-935B-4DF0-8CF9-2A65F9E87338}"/>
    <dgm:cxn modelId="{4DF55C7C-EB56-4BB0-AD75-809ECEEBE906}" type="presOf" srcId="{E36C95F5-CFB0-4FCD-B6D6-74438B35EC49}" destId="{3A494FEB-AC29-499E-9146-8D5AD2DAF30B}" srcOrd="1" destOrd="0" presId="urn:microsoft.com/office/officeart/2011/layout/CircleProcess"/>
    <dgm:cxn modelId="{438DF2FB-34D4-49D5-805E-D2C83E395C5E}" type="presOf" srcId="{7065B0A1-5775-4C1C-937A-DBCEA42C52B2}" destId="{0FAEAD11-66CA-4857-B124-D8398A9767EF}" srcOrd="1" destOrd="0" presId="urn:microsoft.com/office/officeart/2011/layout/CircleProcess"/>
    <dgm:cxn modelId="{71BD896E-9503-48E1-BE2C-90B7A2E6A150}" srcId="{75831C60-8DCE-42E3-AF6D-AE22A0AA62BD}" destId="{4C062C2B-2BA8-4EE8-8A84-8F32159CDD05}" srcOrd="3" destOrd="0" parTransId="{4869C911-C00F-45DE-B622-35733039F000}" sibTransId="{B8CB7F2A-2498-4EB5-82A4-9C37F9D6730C}"/>
    <dgm:cxn modelId="{EC713CD1-037B-4C46-AD73-D5F5B4588B15}" type="presOf" srcId="{56817E25-CB95-4519-A518-12FDDD805051}" destId="{8D5D9134-F599-4025-83D1-1633C4260DF2}" srcOrd="1" destOrd="0" presId="urn:microsoft.com/office/officeart/2011/layout/CircleProcess"/>
    <dgm:cxn modelId="{65B5574E-8A24-4174-82E7-4F1256B285F1}" type="presOf" srcId="{7065B0A1-5775-4C1C-937A-DBCEA42C52B2}" destId="{A7605891-04D6-45D0-A512-1E5E55678FB8}" srcOrd="0" destOrd="0" presId="urn:microsoft.com/office/officeart/2011/layout/CircleProcess"/>
    <dgm:cxn modelId="{5D34D1EF-A358-49D3-8846-10A349EFEDEA}" type="presParOf" srcId="{750F36E6-5BB1-4961-99DF-DF364FC1BC8E}" destId="{A610009E-5B85-4F68-A5F1-EE070E0C7502}" srcOrd="0" destOrd="0" presId="urn:microsoft.com/office/officeart/2011/layout/CircleProcess"/>
    <dgm:cxn modelId="{27A53E22-A48A-4874-AB05-2B6B5962F103}" type="presParOf" srcId="{A610009E-5B85-4F68-A5F1-EE070E0C7502}" destId="{5DAD41D3-9763-4AE4-ABE4-E4E6E19110A9}" srcOrd="0" destOrd="0" presId="urn:microsoft.com/office/officeart/2011/layout/CircleProcess"/>
    <dgm:cxn modelId="{CB494BD1-CCC2-4A80-99E4-2B5363CA6B9A}" type="presParOf" srcId="{750F36E6-5BB1-4961-99DF-DF364FC1BC8E}" destId="{CB9D238F-95C2-4E9D-A0F6-A6F38FEECCB1}" srcOrd="1" destOrd="0" presId="urn:microsoft.com/office/officeart/2011/layout/CircleProcess"/>
    <dgm:cxn modelId="{94455BBB-93EB-4B19-930E-8544D7D53432}" type="presParOf" srcId="{CB9D238F-95C2-4E9D-A0F6-A6F38FEECCB1}" destId="{A4D47EB6-B947-4BEE-BE25-070910DC82FF}" srcOrd="0" destOrd="0" presId="urn:microsoft.com/office/officeart/2011/layout/CircleProcess"/>
    <dgm:cxn modelId="{0F1E0A1A-569F-4F4B-B292-B894F13EB180}" type="presParOf" srcId="{750F36E6-5BB1-4961-99DF-DF364FC1BC8E}" destId="{78A7CF32-3DE4-4607-8B2A-EA85CD95A1ED}" srcOrd="2" destOrd="0" presId="urn:microsoft.com/office/officeart/2011/layout/CircleProcess"/>
    <dgm:cxn modelId="{E4743297-96FE-4727-A2CF-A70BBBA6EAA5}" type="presParOf" srcId="{750F36E6-5BB1-4961-99DF-DF364FC1BC8E}" destId="{A0D43D80-999F-4D38-A40D-6D21A6125FB7}" srcOrd="3" destOrd="0" presId="urn:microsoft.com/office/officeart/2011/layout/CircleProcess"/>
    <dgm:cxn modelId="{DFDD1D04-CA6C-487B-8A56-2F4A6E27E0E3}" type="presParOf" srcId="{A0D43D80-999F-4D38-A40D-6D21A6125FB7}" destId="{0C683430-A2C9-4EDC-A378-26D6CD2B5447}" srcOrd="0" destOrd="0" presId="urn:microsoft.com/office/officeart/2011/layout/CircleProcess"/>
    <dgm:cxn modelId="{29E74404-CCEB-4E2A-9D0F-F4B2FC86EC21}" type="presParOf" srcId="{750F36E6-5BB1-4961-99DF-DF364FC1BC8E}" destId="{904AC922-CC49-4F67-BB94-4CF02A3ACD3B}" srcOrd="4" destOrd="0" presId="urn:microsoft.com/office/officeart/2011/layout/CircleProcess"/>
    <dgm:cxn modelId="{250A1587-56E3-4316-AEFF-891FE4D29C5A}" type="presParOf" srcId="{904AC922-CC49-4F67-BB94-4CF02A3ACD3B}" destId="{C6B36D1E-3E7A-407A-93E2-787D5560C0CE}" srcOrd="0" destOrd="0" presId="urn:microsoft.com/office/officeart/2011/layout/CircleProcess"/>
    <dgm:cxn modelId="{B68608F9-B112-4E7D-841F-79BB78C1554A}" type="presParOf" srcId="{750F36E6-5BB1-4961-99DF-DF364FC1BC8E}" destId="{8D5D9134-F599-4025-83D1-1633C4260DF2}" srcOrd="5" destOrd="0" presId="urn:microsoft.com/office/officeart/2011/layout/CircleProcess"/>
    <dgm:cxn modelId="{83AC5483-239F-4215-9737-152745C8966B}" type="presParOf" srcId="{750F36E6-5BB1-4961-99DF-DF364FC1BC8E}" destId="{8E5302D7-5D7C-456D-8587-2EA5EE313C43}" srcOrd="6" destOrd="0" presId="urn:microsoft.com/office/officeart/2011/layout/CircleProcess"/>
    <dgm:cxn modelId="{CA79EEC1-370E-4BE5-9B01-4DC50982167F}" type="presParOf" srcId="{8E5302D7-5D7C-456D-8587-2EA5EE313C43}" destId="{DA969E0B-DA03-449D-B9AF-61CB86868FE7}" srcOrd="0" destOrd="0" presId="urn:microsoft.com/office/officeart/2011/layout/CircleProcess"/>
    <dgm:cxn modelId="{B1363652-1CA3-4262-B4E3-F8308A0CE11F}" type="presParOf" srcId="{750F36E6-5BB1-4961-99DF-DF364FC1BC8E}" destId="{9D7CB2C7-22AF-4D6F-A104-7236C3895EDB}" srcOrd="7" destOrd="0" presId="urn:microsoft.com/office/officeart/2011/layout/CircleProcess"/>
    <dgm:cxn modelId="{A2EB3853-ED33-42CE-8B24-F61AFDC5023D}" type="presParOf" srcId="{9D7CB2C7-22AF-4D6F-A104-7236C3895EDB}" destId="{41D0ED25-8E57-4BDA-B3CD-AE221FF9F880}" srcOrd="0" destOrd="0" presId="urn:microsoft.com/office/officeart/2011/layout/CircleProcess"/>
    <dgm:cxn modelId="{1A28A5AF-ACC5-4CF3-9F7B-3F0B69ADD747}" type="presParOf" srcId="{750F36E6-5BB1-4961-99DF-DF364FC1BC8E}" destId="{9223C1B8-8FEC-4B00-89A6-7D4EF5B63CCD}" srcOrd="8" destOrd="0" presId="urn:microsoft.com/office/officeart/2011/layout/CircleProcess"/>
    <dgm:cxn modelId="{F6C1A41B-0270-4CBC-B49D-4B951508FD65}" type="presParOf" srcId="{750F36E6-5BB1-4961-99DF-DF364FC1BC8E}" destId="{CD9C4B37-7D46-4CA5-8C0E-1941DE66954F}" srcOrd="9" destOrd="0" presId="urn:microsoft.com/office/officeart/2011/layout/CircleProcess"/>
    <dgm:cxn modelId="{3F06C078-4FD2-4650-BF6F-8EFC37845A35}" type="presParOf" srcId="{CD9C4B37-7D46-4CA5-8C0E-1941DE66954F}" destId="{8DD34030-9CF3-4196-A67E-DD15811E4F3A}" srcOrd="0" destOrd="0" presId="urn:microsoft.com/office/officeart/2011/layout/CircleProcess"/>
    <dgm:cxn modelId="{1C36D854-A3B0-471C-8CE5-F1EED13C92FE}" type="presParOf" srcId="{750F36E6-5BB1-4961-99DF-DF364FC1BC8E}" destId="{7891834F-BAEB-47F8-8EB1-6088E23CF008}" srcOrd="10" destOrd="0" presId="urn:microsoft.com/office/officeart/2011/layout/CircleProcess"/>
    <dgm:cxn modelId="{D5A68680-E056-4EFE-81CA-9EB9151201DD}" type="presParOf" srcId="{7891834F-BAEB-47F8-8EB1-6088E23CF008}" destId="{91D45EA0-1712-4A82-ACBC-B86B8BC7D1EE}" srcOrd="0" destOrd="0" presId="urn:microsoft.com/office/officeart/2011/layout/CircleProcess"/>
    <dgm:cxn modelId="{8A76F0C5-1F8F-493D-8AF0-5D85E729C52B}" type="presParOf" srcId="{750F36E6-5BB1-4961-99DF-DF364FC1BC8E}" destId="{C4992E2E-9286-44BA-B7B4-B445F3DD6AC9}" srcOrd="11" destOrd="0" presId="urn:microsoft.com/office/officeart/2011/layout/CircleProcess"/>
    <dgm:cxn modelId="{BBDA607A-C196-4678-B649-A7F8C958302A}" type="presParOf" srcId="{750F36E6-5BB1-4961-99DF-DF364FC1BC8E}" destId="{78DBA1AE-9F97-4533-9442-7F88F85795C1}" srcOrd="12" destOrd="0" presId="urn:microsoft.com/office/officeart/2011/layout/CircleProcess"/>
    <dgm:cxn modelId="{603F456F-0DCB-416A-8023-E7753A75B5FA}" type="presParOf" srcId="{78DBA1AE-9F97-4533-9442-7F88F85795C1}" destId="{606C3C63-1DDC-4A4A-880B-ECB78127C5A5}" srcOrd="0" destOrd="0" presId="urn:microsoft.com/office/officeart/2011/layout/CircleProcess"/>
    <dgm:cxn modelId="{C62549C4-5623-4A44-9EFB-572C01D63DF5}" type="presParOf" srcId="{750F36E6-5BB1-4961-99DF-DF364FC1BC8E}" destId="{0839D4EB-33E6-419A-8F83-0EF6BEC7CCC5}" srcOrd="13" destOrd="0" presId="urn:microsoft.com/office/officeart/2011/layout/CircleProcess"/>
    <dgm:cxn modelId="{DF72B895-131F-4CC7-A87A-C941826E21E3}" type="presParOf" srcId="{0839D4EB-33E6-419A-8F83-0EF6BEC7CCC5}" destId="{2C697FF8-C8A3-49B3-9865-6046C236E2AC}" srcOrd="0" destOrd="0" presId="urn:microsoft.com/office/officeart/2011/layout/CircleProcess"/>
    <dgm:cxn modelId="{5B3B37DA-6DE0-4C26-8A04-9D9AD31CED3D}" type="presParOf" srcId="{750F36E6-5BB1-4961-99DF-DF364FC1BC8E}" destId="{3A494FEB-AC29-499E-9146-8D5AD2DAF30B}" srcOrd="14" destOrd="0" presId="urn:microsoft.com/office/officeart/2011/layout/CircleProcess"/>
    <dgm:cxn modelId="{1C735E7D-3B09-4CF9-8FE5-33B184D7865A}" type="presParOf" srcId="{750F36E6-5BB1-4961-99DF-DF364FC1BC8E}" destId="{1DEC5639-AFE5-43A0-80AE-E1F97D0F04CE}" srcOrd="15" destOrd="0" presId="urn:microsoft.com/office/officeart/2011/layout/CircleProcess"/>
    <dgm:cxn modelId="{61AB3E70-20CA-429D-ABC6-75CA0D92D7AF}" type="presParOf" srcId="{1DEC5639-AFE5-43A0-80AE-E1F97D0F04CE}" destId="{F7246520-199E-41A0-AF0E-C2161DC707AD}" srcOrd="0" destOrd="0" presId="urn:microsoft.com/office/officeart/2011/layout/CircleProcess"/>
    <dgm:cxn modelId="{044DFC46-BFD7-40A2-93D2-865D9463B4BA}" type="presParOf" srcId="{750F36E6-5BB1-4961-99DF-DF364FC1BC8E}" destId="{49435318-2AF2-47C3-A32E-3BE9317D3908}" srcOrd="16" destOrd="0" presId="urn:microsoft.com/office/officeart/2011/layout/CircleProcess"/>
    <dgm:cxn modelId="{5A358E8C-89C8-4E02-8A95-AFB125D425F9}" type="presParOf" srcId="{49435318-2AF2-47C3-A32E-3BE9317D3908}" destId="{A7605891-04D6-45D0-A512-1E5E55678FB8}" srcOrd="0" destOrd="0" presId="urn:microsoft.com/office/officeart/2011/layout/CircleProcess"/>
    <dgm:cxn modelId="{C9E92A01-2015-4E91-8D8A-2D3D878FF374}" type="presParOf" srcId="{750F36E6-5BB1-4961-99DF-DF364FC1BC8E}" destId="{0FAEAD11-66CA-4857-B124-D8398A9767EF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5B5F5A-C905-4708-B1B6-0A36D861089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A069F0C-98F3-4DFF-9498-59B039DBCDC8}">
      <dgm:prSet phldrT="[Text]" custT="1"/>
      <dgm:spPr/>
      <dgm:t>
        <a:bodyPr/>
        <a:lstStyle/>
        <a:p>
          <a:r>
            <a:rPr lang="en-US" sz="2800" b="0" dirty="0" smtClean="0"/>
            <a:t>LAN (MEMBERS)</a:t>
          </a:r>
          <a:endParaRPr lang="en-US" sz="2800" b="0" dirty="0"/>
        </a:p>
      </dgm:t>
    </dgm:pt>
    <dgm:pt modelId="{73CB4791-DF89-44BE-9110-3FDDFF6F767F}" type="parTrans" cxnId="{D598E45C-C43D-4D0D-8815-1EE515A69C28}">
      <dgm:prSet/>
      <dgm:spPr/>
      <dgm:t>
        <a:bodyPr/>
        <a:lstStyle/>
        <a:p>
          <a:endParaRPr lang="en-US" sz="2800" b="0"/>
        </a:p>
      </dgm:t>
    </dgm:pt>
    <dgm:pt modelId="{37730F2B-A9D3-44C7-AB9C-3E6F5640154E}" type="sibTrans" cxnId="{D598E45C-C43D-4D0D-8815-1EE515A69C28}">
      <dgm:prSet/>
      <dgm:spPr/>
      <dgm:t>
        <a:bodyPr/>
        <a:lstStyle/>
        <a:p>
          <a:endParaRPr lang="en-US" sz="2800" b="0"/>
        </a:p>
      </dgm:t>
    </dgm:pt>
    <dgm:pt modelId="{133D94D5-50D1-4692-BD70-A28BFB8C247A}">
      <dgm:prSet phldrT="[Text]" custT="1"/>
      <dgm:spPr/>
      <dgm:t>
        <a:bodyPr/>
        <a:lstStyle/>
        <a:p>
          <a:r>
            <a:rPr lang="en-US" sz="2800" b="0" dirty="0" smtClean="0"/>
            <a:t>Early-Stage</a:t>
          </a:r>
          <a:endParaRPr lang="en-US" sz="2800" b="0" dirty="0"/>
        </a:p>
      </dgm:t>
    </dgm:pt>
    <dgm:pt modelId="{9BB9A333-B7F0-4B84-94FD-C71E401B18B6}" type="parTrans" cxnId="{F6E01D26-5473-4AFC-9FF8-2670DA69B130}">
      <dgm:prSet/>
      <dgm:spPr/>
      <dgm:t>
        <a:bodyPr/>
        <a:lstStyle/>
        <a:p>
          <a:endParaRPr lang="en-US" sz="2800" b="0"/>
        </a:p>
      </dgm:t>
    </dgm:pt>
    <dgm:pt modelId="{48126745-A0AC-4596-98BF-85007B4C9046}" type="sibTrans" cxnId="{F6E01D26-5473-4AFC-9FF8-2670DA69B130}">
      <dgm:prSet/>
      <dgm:spPr/>
      <dgm:t>
        <a:bodyPr/>
        <a:lstStyle/>
        <a:p>
          <a:endParaRPr lang="en-US" sz="2800" b="0"/>
        </a:p>
      </dgm:t>
    </dgm:pt>
    <dgm:pt modelId="{2D2D4488-D42A-4ABA-85A5-20A30461C6F9}">
      <dgm:prSet phldrT="[Text]" custT="1"/>
      <dgm:spPr/>
      <dgm:t>
        <a:bodyPr/>
        <a:lstStyle/>
        <a:p>
          <a:r>
            <a:rPr lang="en-US" sz="2800" b="0" dirty="0" smtClean="0"/>
            <a:t>PROCESS</a:t>
          </a:r>
          <a:endParaRPr lang="en-US" sz="2800" b="0" dirty="0"/>
        </a:p>
      </dgm:t>
    </dgm:pt>
    <dgm:pt modelId="{B09F51DE-9B8D-4F95-AEAF-DBC8D26E9C5E}" type="parTrans" cxnId="{2649C1D6-C720-45CD-BBE1-93BB3B2B6586}">
      <dgm:prSet/>
      <dgm:spPr/>
      <dgm:t>
        <a:bodyPr/>
        <a:lstStyle/>
        <a:p>
          <a:endParaRPr lang="en-US" sz="2800" b="0"/>
        </a:p>
      </dgm:t>
    </dgm:pt>
    <dgm:pt modelId="{4DD02F8F-95DB-43E5-B004-096AFEF60329}" type="sibTrans" cxnId="{2649C1D6-C720-45CD-BBE1-93BB3B2B6586}">
      <dgm:prSet/>
      <dgm:spPr/>
      <dgm:t>
        <a:bodyPr/>
        <a:lstStyle/>
        <a:p>
          <a:endParaRPr lang="en-US" sz="2800" b="0"/>
        </a:p>
      </dgm:t>
    </dgm:pt>
    <dgm:pt modelId="{05917730-3ED3-4838-A5EC-75B13AE38C51}">
      <dgm:prSet phldrT="[Text]" custT="1"/>
      <dgm:spPr/>
      <dgm:t>
        <a:bodyPr/>
        <a:lstStyle/>
        <a:p>
          <a:pPr marL="0" indent="0">
            <a:lnSpc>
              <a:spcPct val="100000"/>
            </a:lnSpc>
            <a:spcAft>
              <a:spcPts val="0"/>
            </a:spcAft>
          </a:pPr>
          <a:r>
            <a:rPr lang="en-US" sz="2400" b="0" dirty="0" smtClean="0"/>
            <a:t>Deal Flow</a:t>
          </a:r>
          <a:endParaRPr lang="en-US" sz="2400" b="0" dirty="0"/>
        </a:p>
      </dgm:t>
    </dgm:pt>
    <dgm:pt modelId="{C455AD11-BD8C-4C74-ADAF-EAE21F8C68CB}" type="parTrans" cxnId="{1B3ACD88-5796-419E-8250-F9B52B2F6E53}">
      <dgm:prSet/>
      <dgm:spPr/>
      <dgm:t>
        <a:bodyPr/>
        <a:lstStyle/>
        <a:p>
          <a:endParaRPr lang="en-US" sz="2800" b="0"/>
        </a:p>
      </dgm:t>
    </dgm:pt>
    <dgm:pt modelId="{3F221899-7413-4A91-A5C5-EBC6EFCE5DE5}" type="sibTrans" cxnId="{1B3ACD88-5796-419E-8250-F9B52B2F6E53}">
      <dgm:prSet/>
      <dgm:spPr/>
      <dgm:t>
        <a:bodyPr/>
        <a:lstStyle/>
        <a:p>
          <a:endParaRPr lang="en-US" sz="2800" b="0"/>
        </a:p>
      </dgm:t>
    </dgm:pt>
    <dgm:pt modelId="{B7C122E1-6FCF-4B95-8D70-9B35B74F9C9B}">
      <dgm:prSet phldrT="[Text]" custT="1"/>
      <dgm:spPr/>
      <dgm:t>
        <a:bodyPr/>
        <a:lstStyle/>
        <a:p>
          <a:pPr marL="0" indent="0">
            <a:lnSpc>
              <a:spcPct val="100000"/>
            </a:lnSpc>
            <a:spcAft>
              <a:spcPts val="0"/>
            </a:spcAft>
          </a:pPr>
          <a:r>
            <a:rPr lang="en-US" sz="2400" b="0" dirty="0" smtClean="0"/>
            <a:t>Due Diligence </a:t>
          </a:r>
          <a:endParaRPr lang="en-US" sz="2400" b="0" dirty="0"/>
        </a:p>
      </dgm:t>
    </dgm:pt>
    <dgm:pt modelId="{D9FAA1C6-A727-4E21-920D-1EB193735EAE}" type="parTrans" cxnId="{C164DCBC-8164-4C1D-BCE4-F844944F8E96}">
      <dgm:prSet/>
      <dgm:spPr/>
      <dgm:t>
        <a:bodyPr/>
        <a:lstStyle/>
        <a:p>
          <a:endParaRPr lang="en-US" sz="2800" b="0"/>
        </a:p>
      </dgm:t>
    </dgm:pt>
    <dgm:pt modelId="{091EE1BD-46D8-49B2-BA37-166BB81DE587}" type="sibTrans" cxnId="{C164DCBC-8164-4C1D-BCE4-F844944F8E96}">
      <dgm:prSet/>
      <dgm:spPr/>
      <dgm:t>
        <a:bodyPr/>
        <a:lstStyle/>
        <a:p>
          <a:endParaRPr lang="en-US" sz="2800" b="0"/>
        </a:p>
      </dgm:t>
    </dgm:pt>
    <dgm:pt modelId="{F3590042-3E7F-4CCD-8E1A-D5F453730D57}">
      <dgm:prSet phldrT="[Text]" custT="1"/>
      <dgm:spPr/>
      <dgm:t>
        <a:bodyPr/>
        <a:lstStyle/>
        <a:p>
          <a:r>
            <a:rPr lang="en-US" sz="2800" b="0" dirty="0" smtClean="0"/>
            <a:t>ANGELS</a:t>
          </a:r>
          <a:endParaRPr lang="en-US" sz="2800" b="0" dirty="0"/>
        </a:p>
      </dgm:t>
    </dgm:pt>
    <dgm:pt modelId="{57388A74-1921-436C-B82C-3486977596EC}" type="parTrans" cxnId="{A73C8416-7D8E-406D-92FC-0651EB1D9513}">
      <dgm:prSet/>
      <dgm:spPr/>
      <dgm:t>
        <a:bodyPr/>
        <a:lstStyle/>
        <a:p>
          <a:endParaRPr lang="en-US" sz="2800" b="0"/>
        </a:p>
      </dgm:t>
    </dgm:pt>
    <dgm:pt modelId="{D3845868-93CD-46BA-BBCD-71759DDCE15C}" type="sibTrans" cxnId="{A73C8416-7D8E-406D-92FC-0651EB1D9513}">
      <dgm:prSet/>
      <dgm:spPr/>
      <dgm:t>
        <a:bodyPr/>
        <a:lstStyle/>
        <a:p>
          <a:endParaRPr lang="en-US" sz="2800" b="0"/>
        </a:p>
      </dgm:t>
    </dgm:pt>
    <dgm:pt modelId="{88BBDC6A-24BE-4AB7-9D1F-BD787CA532E5}">
      <dgm:prSet phldrT="[Text]" custT="1"/>
      <dgm:spPr/>
      <dgm:t>
        <a:bodyPr/>
        <a:lstStyle/>
        <a:p>
          <a:r>
            <a:rPr lang="en-US" sz="2800" b="0" dirty="0" smtClean="0"/>
            <a:t>Investment Committee</a:t>
          </a:r>
          <a:endParaRPr lang="en-US" sz="2800" b="0" dirty="0"/>
        </a:p>
      </dgm:t>
    </dgm:pt>
    <dgm:pt modelId="{96A39889-471F-4F66-ACAD-51BC8C4F2935}" type="parTrans" cxnId="{D79F56AD-AB2B-49DD-BD8E-B059E7117A54}">
      <dgm:prSet/>
      <dgm:spPr/>
      <dgm:t>
        <a:bodyPr/>
        <a:lstStyle/>
        <a:p>
          <a:endParaRPr lang="en-US" sz="2800" b="0"/>
        </a:p>
      </dgm:t>
    </dgm:pt>
    <dgm:pt modelId="{CC5EDEF3-ADC8-4B86-88E3-1F54CFF3F058}" type="sibTrans" cxnId="{D79F56AD-AB2B-49DD-BD8E-B059E7117A54}">
      <dgm:prSet/>
      <dgm:spPr/>
      <dgm:t>
        <a:bodyPr/>
        <a:lstStyle/>
        <a:p>
          <a:endParaRPr lang="en-US" sz="2800" b="0"/>
        </a:p>
      </dgm:t>
    </dgm:pt>
    <dgm:pt modelId="{0C780FFA-8FA0-43EF-BE35-DA11517C1177}">
      <dgm:prSet phldrT="[Text]" custT="1"/>
      <dgm:spPr/>
      <dgm:t>
        <a:bodyPr/>
        <a:lstStyle/>
        <a:p>
          <a:pPr marL="0" indent="0">
            <a:lnSpc>
              <a:spcPct val="100000"/>
            </a:lnSpc>
            <a:spcAft>
              <a:spcPts val="0"/>
            </a:spcAft>
          </a:pPr>
          <a:r>
            <a:rPr lang="en-US" sz="2400" b="0" dirty="0" smtClean="0"/>
            <a:t>Valuation</a:t>
          </a:r>
          <a:endParaRPr lang="en-US" sz="2400" b="0" dirty="0"/>
        </a:p>
      </dgm:t>
    </dgm:pt>
    <dgm:pt modelId="{D8E405BC-2DE1-4D4E-989B-3C50005530A8}" type="parTrans" cxnId="{C1D1C1A3-47F6-4553-ACE7-C0183977A9A1}">
      <dgm:prSet/>
      <dgm:spPr/>
      <dgm:t>
        <a:bodyPr/>
        <a:lstStyle/>
        <a:p>
          <a:endParaRPr lang="en-US" sz="2800" b="0"/>
        </a:p>
      </dgm:t>
    </dgm:pt>
    <dgm:pt modelId="{D4F9C38D-9304-4802-B34F-A791D9D2D65C}" type="sibTrans" cxnId="{C1D1C1A3-47F6-4553-ACE7-C0183977A9A1}">
      <dgm:prSet/>
      <dgm:spPr/>
      <dgm:t>
        <a:bodyPr/>
        <a:lstStyle/>
        <a:p>
          <a:endParaRPr lang="en-US" sz="2800" b="0"/>
        </a:p>
      </dgm:t>
    </dgm:pt>
    <dgm:pt modelId="{7D750166-DC69-4D67-B5CF-5FB7E78F3408}">
      <dgm:prSet phldrT="[Text]" custT="1"/>
      <dgm:spPr/>
      <dgm:t>
        <a:bodyPr/>
        <a:lstStyle/>
        <a:p>
          <a:pPr marL="0" indent="0">
            <a:lnSpc>
              <a:spcPct val="100000"/>
            </a:lnSpc>
            <a:spcAft>
              <a:spcPts val="0"/>
            </a:spcAft>
          </a:pPr>
          <a:r>
            <a:rPr lang="en-US" sz="2400" b="0" dirty="0" smtClean="0"/>
            <a:t>Deal Structure</a:t>
          </a:r>
          <a:endParaRPr lang="en-US" sz="2400" b="0" dirty="0"/>
        </a:p>
      </dgm:t>
    </dgm:pt>
    <dgm:pt modelId="{0B79DD86-3D3D-4F8D-B572-4A3FC5CC6F0E}" type="parTrans" cxnId="{AEAE9C91-FF85-48D2-BECF-144F899DB501}">
      <dgm:prSet/>
      <dgm:spPr/>
      <dgm:t>
        <a:bodyPr/>
        <a:lstStyle/>
        <a:p>
          <a:endParaRPr lang="en-US" sz="2800" b="0"/>
        </a:p>
      </dgm:t>
    </dgm:pt>
    <dgm:pt modelId="{12F6460B-FE33-4651-BF93-FB7AB4CAC6BC}" type="sibTrans" cxnId="{AEAE9C91-FF85-48D2-BECF-144F899DB501}">
      <dgm:prSet/>
      <dgm:spPr/>
      <dgm:t>
        <a:bodyPr/>
        <a:lstStyle/>
        <a:p>
          <a:endParaRPr lang="en-US" sz="2800" b="0"/>
        </a:p>
      </dgm:t>
    </dgm:pt>
    <dgm:pt modelId="{9DEEC15F-0348-48BD-A5D1-5B2515144B17}" type="pres">
      <dgm:prSet presAssocID="{675B5F5A-C905-4708-B1B6-0A36D861089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65058D-2751-4839-80BB-1DAC0CD9BE1B}" type="pres">
      <dgm:prSet presAssocID="{6A069F0C-98F3-4DFF-9498-59B039DBCDC8}" presName="linNode" presStyleCnt="0"/>
      <dgm:spPr/>
    </dgm:pt>
    <dgm:pt modelId="{06976876-FBAC-4118-BB92-F4F6E1FD6C48}" type="pres">
      <dgm:prSet presAssocID="{6A069F0C-98F3-4DFF-9498-59B039DBCDC8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E99DBD-138F-4937-B63B-C26B615A0871}" type="pres">
      <dgm:prSet presAssocID="{6A069F0C-98F3-4DFF-9498-59B039DBCDC8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462FC7-34B6-41A4-BEFF-BF9359CB65A7}" type="pres">
      <dgm:prSet presAssocID="{37730F2B-A9D3-44C7-AB9C-3E6F5640154E}" presName="sp" presStyleCnt="0"/>
      <dgm:spPr/>
    </dgm:pt>
    <dgm:pt modelId="{BFFA1304-2C59-4426-BD4A-2CA1CB00BB96}" type="pres">
      <dgm:prSet presAssocID="{2D2D4488-D42A-4ABA-85A5-20A30461C6F9}" presName="linNode" presStyleCnt="0"/>
      <dgm:spPr/>
    </dgm:pt>
    <dgm:pt modelId="{2A24EA45-DCF6-4977-BBAA-A2B95C56363B}" type="pres">
      <dgm:prSet presAssocID="{2D2D4488-D42A-4ABA-85A5-20A30461C6F9}" presName="parentText" presStyleLbl="node1" presStyleIdx="1" presStyleCnt="3" custScaleY="12904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BA55D7-2048-4BEA-8E3E-C7FF89885560}" type="pres">
      <dgm:prSet presAssocID="{2D2D4488-D42A-4ABA-85A5-20A30461C6F9}" presName="descendantText" presStyleLbl="alignAccFollowNode1" presStyleIdx="1" presStyleCnt="3" custScaleY="13275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FD999B-B314-465F-89F2-58ABB49B3503}" type="pres">
      <dgm:prSet presAssocID="{4DD02F8F-95DB-43E5-B004-096AFEF60329}" presName="sp" presStyleCnt="0"/>
      <dgm:spPr/>
    </dgm:pt>
    <dgm:pt modelId="{F36D3D4D-7FC0-4F4A-978C-7EC7C81B96D1}" type="pres">
      <dgm:prSet presAssocID="{F3590042-3E7F-4CCD-8E1A-D5F453730D57}" presName="linNode" presStyleCnt="0"/>
      <dgm:spPr/>
    </dgm:pt>
    <dgm:pt modelId="{B5A2F95B-8DEB-41A4-8F6C-167125097865}" type="pres">
      <dgm:prSet presAssocID="{F3590042-3E7F-4CCD-8E1A-D5F453730D57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E16B80-536A-4DA9-B793-CB86666024C3}" type="pres">
      <dgm:prSet presAssocID="{F3590042-3E7F-4CCD-8E1A-D5F453730D57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3ACD88-5796-419E-8250-F9B52B2F6E53}" srcId="{2D2D4488-D42A-4ABA-85A5-20A30461C6F9}" destId="{05917730-3ED3-4838-A5EC-75B13AE38C51}" srcOrd="0" destOrd="0" parTransId="{C455AD11-BD8C-4C74-ADAF-EAE21F8C68CB}" sibTransId="{3F221899-7413-4A91-A5C5-EBC6EFCE5DE5}"/>
    <dgm:cxn modelId="{C1D1C1A3-47F6-4553-ACE7-C0183977A9A1}" srcId="{2D2D4488-D42A-4ABA-85A5-20A30461C6F9}" destId="{0C780FFA-8FA0-43EF-BE35-DA11517C1177}" srcOrd="2" destOrd="0" parTransId="{D8E405BC-2DE1-4D4E-989B-3C50005530A8}" sibTransId="{D4F9C38D-9304-4802-B34F-A791D9D2D65C}"/>
    <dgm:cxn modelId="{2FECF26A-484A-4199-B556-6AE7DE52EE92}" type="presOf" srcId="{675B5F5A-C905-4708-B1B6-0A36D8610894}" destId="{9DEEC15F-0348-48BD-A5D1-5B2515144B17}" srcOrd="0" destOrd="0" presId="urn:microsoft.com/office/officeart/2005/8/layout/vList5"/>
    <dgm:cxn modelId="{2649C1D6-C720-45CD-BBE1-93BB3B2B6586}" srcId="{675B5F5A-C905-4708-B1B6-0A36D8610894}" destId="{2D2D4488-D42A-4ABA-85A5-20A30461C6F9}" srcOrd="1" destOrd="0" parTransId="{B09F51DE-9B8D-4F95-AEAF-DBC8D26E9C5E}" sibTransId="{4DD02F8F-95DB-43E5-B004-096AFEF60329}"/>
    <dgm:cxn modelId="{58242B31-B2FB-4BA3-9643-C1A82638478F}" type="presOf" srcId="{2D2D4488-D42A-4ABA-85A5-20A30461C6F9}" destId="{2A24EA45-DCF6-4977-BBAA-A2B95C56363B}" srcOrd="0" destOrd="0" presId="urn:microsoft.com/office/officeart/2005/8/layout/vList5"/>
    <dgm:cxn modelId="{77E0019D-7184-497F-981F-2C7BAA563F9B}" type="presOf" srcId="{6A069F0C-98F3-4DFF-9498-59B039DBCDC8}" destId="{06976876-FBAC-4118-BB92-F4F6E1FD6C48}" srcOrd="0" destOrd="0" presId="urn:microsoft.com/office/officeart/2005/8/layout/vList5"/>
    <dgm:cxn modelId="{13008544-D6ED-4885-8F00-A004919DE127}" type="presOf" srcId="{88BBDC6A-24BE-4AB7-9D1F-BD787CA532E5}" destId="{F0E16B80-536A-4DA9-B793-CB86666024C3}" srcOrd="0" destOrd="0" presId="urn:microsoft.com/office/officeart/2005/8/layout/vList5"/>
    <dgm:cxn modelId="{C164DCBC-8164-4C1D-BCE4-F844944F8E96}" srcId="{2D2D4488-D42A-4ABA-85A5-20A30461C6F9}" destId="{B7C122E1-6FCF-4B95-8D70-9B35B74F9C9B}" srcOrd="1" destOrd="0" parTransId="{D9FAA1C6-A727-4E21-920D-1EB193735EAE}" sibTransId="{091EE1BD-46D8-49B2-BA37-166BB81DE587}"/>
    <dgm:cxn modelId="{D79F56AD-AB2B-49DD-BD8E-B059E7117A54}" srcId="{F3590042-3E7F-4CCD-8E1A-D5F453730D57}" destId="{88BBDC6A-24BE-4AB7-9D1F-BD787CA532E5}" srcOrd="0" destOrd="0" parTransId="{96A39889-471F-4F66-ACAD-51BC8C4F2935}" sibTransId="{CC5EDEF3-ADC8-4B86-88E3-1F54CFF3F058}"/>
    <dgm:cxn modelId="{3F39E704-F0FB-4991-8D7F-5618335162B6}" type="presOf" srcId="{05917730-3ED3-4838-A5EC-75B13AE38C51}" destId="{75BA55D7-2048-4BEA-8E3E-C7FF89885560}" srcOrd="0" destOrd="0" presId="urn:microsoft.com/office/officeart/2005/8/layout/vList5"/>
    <dgm:cxn modelId="{F6E01D26-5473-4AFC-9FF8-2670DA69B130}" srcId="{6A069F0C-98F3-4DFF-9498-59B039DBCDC8}" destId="{133D94D5-50D1-4692-BD70-A28BFB8C247A}" srcOrd="0" destOrd="0" parTransId="{9BB9A333-B7F0-4B84-94FD-C71E401B18B6}" sibTransId="{48126745-A0AC-4596-98BF-85007B4C9046}"/>
    <dgm:cxn modelId="{AA9A895B-9EAB-424B-9131-D246F0734345}" type="presOf" srcId="{F3590042-3E7F-4CCD-8E1A-D5F453730D57}" destId="{B5A2F95B-8DEB-41A4-8F6C-167125097865}" srcOrd="0" destOrd="0" presId="urn:microsoft.com/office/officeart/2005/8/layout/vList5"/>
    <dgm:cxn modelId="{CECCD190-60ED-47D2-A6D6-099B3785F454}" type="presOf" srcId="{133D94D5-50D1-4692-BD70-A28BFB8C247A}" destId="{8DE99DBD-138F-4937-B63B-C26B615A0871}" srcOrd="0" destOrd="0" presId="urn:microsoft.com/office/officeart/2005/8/layout/vList5"/>
    <dgm:cxn modelId="{D598E45C-C43D-4D0D-8815-1EE515A69C28}" srcId="{675B5F5A-C905-4708-B1B6-0A36D8610894}" destId="{6A069F0C-98F3-4DFF-9498-59B039DBCDC8}" srcOrd="0" destOrd="0" parTransId="{73CB4791-DF89-44BE-9110-3FDDFF6F767F}" sibTransId="{37730F2B-A9D3-44C7-AB9C-3E6F5640154E}"/>
    <dgm:cxn modelId="{00D3F20F-826D-4ADC-8BB5-C4039321083A}" type="presOf" srcId="{0C780FFA-8FA0-43EF-BE35-DA11517C1177}" destId="{75BA55D7-2048-4BEA-8E3E-C7FF89885560}" srcOrd="0" destOrd="2" presId="urn:microsoft.com/office/officeart/2005/8/layout/vList5"/>
    <dgm:cxn modelId="{A73C8416-7D8E-406D-92FC-0651EB1D9513}" srcId="{675B5F5A-C905-4708-B1B6-0A36D8610894}" destId="{F3590042-3E7F-4CCD-8E1A-D5F453730D57}" srcOrd="2" destOrd="0" parTransId="{57388A74-1921-436C-B82C-3486977596EC}" sibTransId="{D3845868-93CD-46BA-BBCD-71759DDCE15C}"/>
    <dgm:cxn modelId="{255D347B-B22E-4631-8048-0CF4C9A069B5}" type="presOf" srcId="{B7C122E1-6FCF-4B95-8D70-9B35B74F9C9B}" destId="{75BA55D7-2048-4BEA-8E3E-C7FF89885560}" srcOrd="0" destOrd="1" presId="urn:microsoft.com/office/officeart/2005/8/layout/vList5"/>
    <dgm:cxn modelId="{AEAE9C91-FF85-48D2-BECF-144F899DB501}" srcId="{2D2D4488-D42A-4ABA-85A5-20A30461C6F9}" destId="{7D750166-DC69-4D67-B5CF-5FB7E78F3408}" srcOrd="3" destOrd="0" parTransId="{0B79DD86-3D3D-4F8D-B572-4A3FC5CC6F0E}" sibTransId="{12F6460B-FE33-4651-BF93-FB7AB4CAC6BC}"/>
    <dgm:cxn modelId="{2D2D5198-C9B9-4FFA-A770-131DFDE7E41A}" type="presOf" srcId="{7D750166-DC69-4D67-B5CF-5FB7E78F3408}" destId="{75BA55D7-2048-4BEA-8E3E-C7FF89885560}" srcOrd="0" destOrd="3" presId="urn:microsoft.com/office/officeart/2005/8/layout/vList5"/>
    <dgm:cxn modelId="{89CA2C99-17B9-45CA-8045-37A18E6E4B84}" type="presParOf" srcId="{9DEEC15F-0348-48BD-A5D1-5B2515144B17}" destId="{2C65058D-2751-4839-80BB-1DAC0CD9BE1B}" srcOrd="0" destOrd="0" presId="urn:microsoft.com/office/officeart/2005/8/layout/vList5"/>
    <dgm:cxn modelId="{5124643B-2DF3-46F2-8718-4EDDEB0C8BD8}" type="presParOf" srcId="{2C65058D-2751-4839-80BB-1DAC0CD9BE1B}" destId="{06976876-FBAC-4118-BB92-F4F6E1FD6C48}" srcOrd="0" destOrd="0" presId="urn:microsoft.com/office/officeart/2005/8/layout/vList5"/>
    <dgm:cxn modelId="{FDE662D9-24D2-407F-B2C7-4320C60CA813}" type="presParOf" srcId="{2C65058D-2751-4839-80BB-1DAC0CD9BE1B}" destId="{8DE99DBD-138F-4937-B63B-C26B615A0871}" srcOrd="1" destOrd="0" presId="urn:microsoft.com/office/officeart/2005/8/layout/vList5"/>
    <dgm:cxn modelId="{A31EF438-78C4-41CD-A5B1-E86213CCA8A6}" type="presParOf" srcId="{9DEEC15F-0348-48BD-A5D1-5B2515144B17}" destId="{86462FC7-34B6-41A4-BEFF-BF9359CB65A7}" srcOrd="1" destOrd="0" presId="urn:microsoft.com/office/officeart/2005/8/layout/vList5"/>
    <dgm:cxn modelId="{6FD360FA-AAC1-4F99-ABF5-7BB6059E464B}" type="presParOf" srcId="{9DEEC15F-0348-48BD-A5D1-5B2515144B17}" destId="{BFFA1304-2C59-4426-BD4A-2CA1CB00BB96}" srcOrd="2" destOrd="0" presId="urn:microsoft.com/office/officeart/2005/8/layout/vList5"/>
    <dgm:cxn modelId="{EAC2B637-0790-4C66-B7D6-1E0F05EB97D7}" type="presParOf" srcId="{BFFA1304-2C59-4426-BD4A-2CA1CB00BB96}" destId="{2A24EA45-DCF6-4977-BBAA-A2B95C56363B}" srcOrd="0" destOrd="0" presId="urn:microsoft.com/office/officeart/2005/8/layout/vList5"/>
    <dgm:cxn modelId="{14C65F3F-F536-40CD-900E-9F4DE4E9F968}" type="presParOf" srcId="{BFFA1304-2C59-4426-BD4A-2CA1CB00BB96}" destId="{75BA55D7-2048-4BEA-8E3E-C7FF89885560}" srcOrd="1" destOrd="0" presId="urn:microsoft.com/office/officeart/2005/8/layout/vList5"/>
    <dgm:cxn modelId="{B15ED538-C7A9-4D54-9688-599E6E8D0C80}" type="presParOf" srcId="{9DEEC15F-0348-48BD-A5D1-5B2515144B17}" destId="{3DFD999B-B314-465F-89F2-58ABB49B3503}" srcOrd="3" destOrd="0" presId="urn:microsoft.com/office/officeart/2005/8/layout/vList5"/>
    <dgm:cxn modelId="{4F741370-F7D4-4AFA-AE5C-A44215D18923}" type="presParOf" srcId="{9DEEC15F-0348-48BD-A5D1-5B2515144B17}" destId="{F36D3D4D-7FC0-4F4A-978C-7EC7C81B96D1}" srcOrd="4" destOrd="0" presId="urn:microsoft.com/office/officeart/2005/8/layout/vList5"/>
    <dgm:cxn modelId="{7EB38623-F881-4A80-BA8D-9881A9939E45}" type="presParOf" srcId="{F36D3D4D-7FC0-4F4A-978C-7EC7C81B96D1}" destId="{B5A2F95B-8DEB-41A4-8F6C-167125097865}" srcOrd="0" destOrd="0" presId="urn:microsoft.com/office/officeart/2005/8/layout/vList5"/>
    <dgm:cxn modelId="{FBD9631C-508D-4EC0-A815-B5CE44D73960}" type="presParOf" srcId="{F36D3D4D-7FC0-4F4A-978C-7EC7C81B96D1}" destId="{F0E16B80-536A-4DA9-B793-CB86666024C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929A3-9693-4567-A9BD-4F0E87BC30E6}">
      <dsp:nvSpPr>
        <dsp:cNvPr id="0" name=""/>
        <dsp:cNvSpPr/>
      </dsp:nvSpPr>
      <dsp:spPr>
        <a:xfrm>
          <a:off x="320040" y="236566"/>
          <a:ext cx="5760720" cy="523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Introduction</a:t>
          </a:r>
          <a:endParaRPr lang="en-US" sz="2400" kern="1200"/>
        </a:p>
      </dsp:txBody>
      <dsp:txXfrm>
        <a:off x="320040" y="236566"/>
        <a:ext cx="5760720" cy="523701"/>
      </dsp:txXfrm>
    </dsp:sp>
    <dsp:sp modelId="{F8F847DF-5D62-4D6C-BDD6-9A1765B514E1}">
      <dsp:nvSpPr>
        <dsp:cNvPr id="0" name=""/>
        <dsp:cNvSpPr/>
      </dsp:nvSpPr>
      <dsp:spPr>
        <a:xfrm>
          <a:off x="320040" y="76026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CC250-7104-4A80-AEDA-C397C837AE6D}">
      <dsp:nvSpPr>
        <dsp:cNvPr id="0" name=""/>
        <dsp:cNvSpPr/>
      </dsp:nvSpPr>
      <dsp:spPr>
        <a:xfrm>
          <a:off x="1132941" y="76026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481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481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59A4B-3C08-4F86-AE7F-AA3EB4311953}">
      <dsp:nvSpPr>
        <dsp:cNvPr id="0" name=""/>
        <dsp:cNvSpPr/>
      </dsp:nvSpPr>
      <dsp:spPr>
        <a:xfrm>
          <a:off x="1945843" y="76026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963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96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A267B-1A95-4553-AC59-5E71D30E088E}">
      <dsp:nvSpPr>
        <dsp:cNvPr id="0" name=""/>
        <dsp:cNvSpPr/>
      </dsp:nvSpPr>
      <dsp:spPr>
        <a:xfrm>
          <a:off x="2758744" y="76026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4444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4444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DE13D-068B-4F44-B1D1-CD3ABDBC386C}">
      <dsp:nvSpPr>
        <dsp:cNvPr id="0" name=""/>
        <dsp:cNvSpPr/>
      </dsp:nvSpPr>
      <dsp:spPr>
        <a:xfrm>
          <a:off x="3571646" y="76026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5926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5926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E8D26-D0D9-4DB8-AC4A-46C1D46A6380}">
      <dsp:nvSpPr>
        <dsp:cNvPr id="0" name=""/>
        <dsp:cNvSpPr/>
      </dsp:nvSpPr>
      <dsp:spPr>
        <a:xfrm>
          <a:off x="4384548" y="76026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7407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740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FA24C-2F48-4FF4-A93E-5CFF7CBFBDEA}">
      <dsp:nvSpPr>
        <dsp:cNvPr id="0" name=""/>
        <dsp:cNvSpPr/>
      </dsp:nvSpPr>
      <dsp:spPr>
        <a:xfrm>
          <a:off x="5197449" y="76026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8889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8889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BB4E2-663A-4412-8AA3-6312F70FFDB5}">
      <dsp:nvSpPr>
        <dsp:cNvPr id="0" name=""/>
        <dsp:cNvSpPr/>
      </dsp:nvSpPr>
      <dsp:spPr>
        <a:xfrm>
          <a:off x="320040" y="953816"/>
          <a:ext cx="5760720" cy="523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Guiding Principle</a:t>
          </a:r>
          <a:endParaRPr lang="en-US" sz="2400" kern="1200"/>
        </a:p>
      </dsp:txBody>
      <dsp:txXfrm>
        <a:off x="320040" y="953816"/>
        <a:ext cx="5760720" cy="523701"/>
      </dsp:txXfrm>
    </dsp:sp>
    <dsp:sp modelId="{F92CDBB8-2513-4D6A-B6E1-266EBB534B0F}">
      <dsp:nvSpPr>
        <dsp:cNvPr id="0" name=""/>
        <dsp:cNvSpPr/>
      </dsp:nvSpPr>
      <dsp:spPr>
        <a:xfrm>
          <a:off x="320040" y="147751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0370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037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38E0A-2F15-4020-BA35-F0B5E35470DD}">
      <dsp:nvSpPr>
        <dsp:cNvPr id="0" name=""/>
        <dsp:cNvSpPr/>
      </dsp:nvSpPr>
      <dsp:spPr>
        <a:xfrm>
          <a:off x="1132941" y="147751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1852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1852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EA040-F031-49FD-95BE-124AE01F6A17}">
      <dsp:nvSpPr>
        <dsp:cNvPr id="0" name=""/>
        <dsp:cNvSpPr/>
      </dsp:nvSpPr>
      <dsp:spPr>
        <a:xfrm>
          <a:off x="1945843" y="147751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BC1DE-7ABF-46E7-9648-5AA62436CFBD}">
      <dsp:nvSpPr>
        <dsp:cNvPr id="0" name=""/>
        <dsp:cNvSpPr/>
      </dsp:nvSpPr>
      <dsp:spPr>
        <a:xfrm>
          <a:off x="2758744" y="147751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4815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4815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A1805-68EB-40F4-871E-831E78E2EF0A}">
      <dsp:nvSpPr>
        <dsp:cNvPr id="0" name=""/>
        <dsp:cNvSpPr/>
      </dsp:nvSpPr>
      <dsp:spPr>
        <a:xfrm>
          <a:off x="3571646" y="147751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6296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6296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08806-4FAD-4DDE-8B1B-521E2F58BA1A}">
      <dsp:nvSpPr>
        <dsp:cNvPr id="0" name=""/>
        <dsp:cNvSpPr/>
      </dsp:nvSpPr>
      <dsp:spPr>
        <a:xfrm>
          <a:off x="4384548" y="147751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7778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7778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CF4CB-3DB5-4C0E-8E08-84AA6F2BDDD3}">
      <dsp:nvSpPr>
        <dsp:cNvPr id="0" name=""/>
        <dsp:cNvSpPr/>
      </dsp:nvSpPr>
      <dsp:spPr>
        <a:xfrm>
          <a:off x="5197449" y="1477518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19259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19259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AF9A4-9149-499F-A3AA-0DB728689676}">
      <dsp:nvSpPr>
        <dsp:cNvPr id="0" name=""/>
        <dsp:cNvSpPr/>
      </dsp:nvSpPr>
      <dsp:spPr>
        <a:xfrm>
          <a:off x="320040" y="1671066"/>
          <a:ext cx="5760720" cy="523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Membership</a:t>
          </a:r>
          <a:endParaRPr lang="en-US" sz="2400" kern="1200"/>
        </a:p>
      </dsp:txBody>
      <dsp:txXfrm>
        <a:off x="320040" y="1671066"/>
        <a:ext cx="5760720" cy="523701"/>
      </dsp:txXfrm>
    </dsp:sp>
    <dsp:sp modelId="{906A6FF9-222E-4766-A335-9CCF774CB334}">
      <dsp:nvSpPr>
        <dsp:cNvPr id="0" name=""/>
        <dsp:cNvSpPr/>
      </dsp:nvSpPr>
      <dsp:spPr>
        <a:xfrm>
          <a:off x="320040" y="219476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0741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0741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B00DE-1975-4785-9D95-3862430FF181}">
      <dsp:nvSpPr>
        <dsp:cNvPr id="0" name=""/>
        <dsp:cNvSpPr/>
      </dsp:nvSpPr>
      <dsp:spPr>
        <a:xfrm>
          <a:off x="1132941" y="219476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2222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2222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94EFC-9920-416B-96B0-65C9573A3578}">
      <dsp:nvSpPr>
        <dsp:cNvPr id="0" name=""/>
        <dsp:cNvSpPr/>
      </dsp:nvSpPr>
      <dsp:spPr>
        <a:xfrm>
          <a:off x="1945843" y="219476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3704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3704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2A543-18A0-4D28-A1D2-9324DB69D68A}">
      <dsp:nvSpPr>
        <dsp:cNvPr id="0" name=""/>
        <dsp:cNvSpPr/>
      </dsp:nvSpPr>
      <dsp:spPr>
        <a:xfrm>
          <a:off x="2758744" y="219476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5185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5185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2B884-4944-4C84-90E1-14048E22EBC1}">
      <dsp:nvSpPr>
        <dsp:cNvPr id="0" name=""/>
        <dsp:cNvSpPr/>
      </dsp:nvSpPr>
      <dsp:spPr>
        <a:xfrm>
          <a:off x="3571646" y="219476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DEBB4-2D46-4AFC-B55E-3F23DA8ECD89}">
      <dsp:nvSpPr>
        <dsp:cNvPr id="0" name=""/>
        <dsp:cNvSpPr/>
      </dsp:nvSpPr>
      <dsp:spPr>
        <a:xfrm>
          <a:off x="4384548" y="219476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8148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8148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6AFD8-841D-40DD-BDCF-3F9908886BAF}">
      <dsp:nvSpPr>
        <dsp:cNvPr id="0" name=""/>
        <dsp:cNvSpPr/>
      </dsp:nvSpPr>
      <dsp:spPr>
        <a:xfrm>
          <a:off x="5197449" y="219476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29630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2963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EEFDA-609B-4FC9-AD64-BE91571DA0B4}">
      <dsp:nvSpPr>
        <dsp:cNvPr id="0" name=""/>
        <dsp:cNvSpPr/>
      </dsp:nvSpPr>
      <dsp:spPr>
        <a:xfrm>
          <a:off x="320040" y="2388315"/>
          <a:ext cx="5760720" cy="523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Investment Models</a:t>
          </a:r>
          <a:endParaRPr lang="en-US" sz="2400" kern="1200"/>
        </a:p>
      </dsp:txBody>
      <dsp:txXfrm>
        <a:off x="320040" y="2388315"/>
        <a:ext cx="5760720" cy="523701"/>
      </dsp:txXfrm>
    </dsp:sp>
    <dsp:sp modelId="{FC33191E-1279-4C4A-927C-55D82C93DC91}">
      <dsp:nvSpPr>
        <dsp:cNvPr id="0" name=""/>
        <dsp:cNvSpPr/>
      </dsp:nvSpPr>
      <dsp:spPr>
        <a:xfrm>
          <a:off x="320040" y="291201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31111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31111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43E94-6901-4A10-B802-0EEC647BBA4B}">
      <dsp:nvSpPr>
        <dsp:cNvPr id="0" name=""/>
        <dsp:cNvSpPr/>
      </dsp:nvSpPr>
      <dsp:spPr>
        <a:xfrm>
          <a:off x="1132941" y="291201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32593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3259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0B670-36D3-442A-8E58-CA8C2C2EE704}">
      <dsp:nvSpPr>
        <dsp:cNvPr id="0" name=""/>
        <dsp:cNvSpPr/>
      </dsp:nvSpPr>
      <dsp:spPr>
        <a:xfrm>
          <a:off x="1945843" y="291201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34074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34074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9A4EC-1D2C-44A5-B70E-D1068152CAFD}">
      <dsp:nvSpPr>
        <dsp:cNvPr id="0" name=""/>
        <dsp:cNvSpPr/>
      </dsp:nvSpPr>
      <dsp:spPr>
        <a:xfrm>
          <a:off x="2758744" y="291201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35556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35556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9F29D-8B26-42F7-9902-F8CC8B8EA869}">
      <dsp:nvSpPr>
        <dsp:cNvPr id="0" name=""/>
        <dsp:cNvSpPr/>
      </dsp:nvSpPr>
      <dsp:spPr>
        <a:xfrm>
          <a:off x="3571646" y="291201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37037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3703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929E0-8922-46D5-AA61-DCEE53835D3B}">
      <dsp:nvSpPr>
        <dsp:cNvPr id="0" name=""/>
        <dsp:cNvSpPr/>
      </dsp:nvSpPr>
      <dsp:spPr>
        <a:xfrm>
          <a:off x="4384548" y="291201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38519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38519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9FE5A-47BD-44E4-8C1E-EBEB34084C7B}">
      <dsp:nvSpPr>
        <dsp:cNvPr id="0" name=""/>
        <dsp:cNvSpPr/>
      </dsp:nvSpPr>
      <dsp:spPr>
        <a:xfrm>
          <a:off x="5197449" y="2912017"/>
          <a:ext cx="768096" cy="128016"/>
        </a:xfrm>
        <a:prstGeom prst="parallelogram">
          <a:avLst>
            <a:gd name="adj" fmla="val 14084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8168E-7446-4EAA-B0FB-8D0F474E27E2}">
      <dsp:nvSpPr>
        <dsp:cNvPr id="0" name=""/>
        <dsp:cNvSpPr/>
      </dsp:nvSpPr>
      <dsp:spPr>
        <a:xfrm rot="5400000">
          <a:off x="872628" y="288925"/>
          <a:ext cx="2334924" cy="3885262"/>
        </a:xfrm>
        <a:prstGeom prst="corner">
          <a:avLst>
            <a:gd name="adj1" fmla="val 16120"/>
            <a:gd name="adj2" fmla="val 16110"/>
          </a:avLst>
        </a:prstGeom>
        <a:solidFill>
          <a:srgbClr val="164374"/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78C40-8986-47DF-9FBB-DFFBAD255678}">
      <dsp:nvSpPr>
        <dsp:cNvPr id="0" name=""/>
        <dsp:cNvSpPr/>
      </dsp:nvSpPr>
      <dsp:spPr>
        <a:xfrm>
          <a:off x="482871" y="1449781"/>
          <a:ext cx="3507636" cy="30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A Network of professional women who are devoted in supporting young women led business with money and technical support.</a:t>
          </a:r>
          <a:endParaRPr lang="en-US" sz="2700" kern="1200"/>
        </a:p>
      </dsp:txBody>
      <dsp:txXfrm>
        <a:off x="482871" y="1449781"/>
        <a:ext cx="3507636" cy="3074649"/>
      </dsp:txXfrm>
    </dsp:sp>
    <dsp:sp modelId="{65A6564A-D276-4FB9-A78E-E026C1A2680D}">
      <dsp:nvSpPr>
        <dsp:cNvPr id="0" name=""/>
        <dsp:cNvSpPr/>
      </dsp:nvSpPr>
      <dsp:spPr>
        <a:xfrm>
          <a:off x="3328689" y="2888"/>
          <a:ext cx="661818" cy="661818"/>
        </a:xfrm>
        <a:prstGeom prst="triangle">
          <a:avLst>
            <a:gd name="adj" fmla="val 10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rgbClr val="EC5E0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4059C-2609-4456-A629-64ABCCD4A203}">
      <dsp:nvSpPr>
        <dsp:cNvPr id="0" name=""/>
        <dsp:cNvSpPr/>
      </dsp:nvSpPr>
      <dsp:spPr>
        <a:xfrm rot="5400000">
          <a:off x="5166660" y="-773637"/>
          <a:ext cx="2334924" cy="3885262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08204-9D27-4720-86BE-E0EF85DA57B9}">
      <dsp:nvSpPr>
        <dsp:cNvPr id="0" name=""/>
        <dsp:cNvSpPr/>
      </dsp:nvSpPr>
      <dsp:spPr>
        <a:xfrm>
          <a:off x="4776903" y="387219"/>
          <a:ext cx="3507636" cy="30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The Network members are encourage to invest personal funds into young entrepreneurial women in addition to mentoring and coaching.</a:t>
          </a:r>
          <a:endParaRPr lang="en-US" sz="2700" kern="1200" dirty="0"/>
        </a:p>
      </dsp:txBody>
      <dsp:txXfrm>
        <a:off x="4776903" y="387219"/>
        <a:ext cx="3507636" cy="30746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33A4B-AFE7-4D28-85C1-441ABA28EF59}">
      <dsp:nvSpPr>
        <dsp:cNvPr id="0" name=""/>
        <dsp:cNvSpPr/>
      </dsp:nvSpPr>
      <dsp:spPr>
        <a:xfrm>
          <a:off x="1207644" y="0"/>
          <a:ext cx="4525963" cy="4525963"/>
        </a:xfrm>
        <a:prstGeom prst="triangl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83A10-FEA1-4179-9697-5119213CD864}">
      <dsp:nvSpPr>
        <dsp:cNvPr id="0" name=""/>
        <dsp:cNvSpPr/>
      </dsp:nvSpPr>
      <dsp:spPr>
        <a:xfrm>
          <a:off x="3505207" y="304799"/>
          <a:ext cx="2604472" cy="643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Strict membership</a:t>
          </a:r>
          <a:endParaRPr lang="en-US" sz="2400" b="1" kern="1200" dirty="0"/>
        </a:p>
      </dsp:txBody>
      <dsp:txXfrm>
        <a:off x="3536622" y="336214"/>
        <a:ext cx="2541642" cy="580705"/>
      </dsp:txXfrm>
    </dsp:sp>
    <dsp:sp modelId="{36F3333E-18E1-4DF8-ADEA-DB11F01B29CD}">
      <dsp:nvSpPr>
        <dsp:cNvPr id="0" name=""/>
        <dsp:cNvSpPr/>
      </dsp:nvSpPr>
      <dsp:spPr>
        <a:xfrm>
          <a:off x="3505192" y="1109065"/>
          <a:ext cx="3025072" cy="643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Invitation only</a:t>
          </a:r>
          <a:endParaRPr lang="en-US" sz="2400" b="1" kern="1200" dirty="0"/>
        </a:p>
      </dsp:txBody>
      <dsp:txXfrm>
        <a:off x="3536607" y="1140480"/>
        <a:ext cx="2962242" cy="580705"/>
      </dsp:txXfrm>
    </dsp:sp>
    <dsp:sp modelId="{85B728F4-3228-4337-979B-1C704CD7B2A4}">
      <dsp:nvSpPr>
        <dsp:cNvPr id="0" name=""/>
        <dsp:cNvSpPr/>
      </dsp:nvSpPr>
      <dsp:spPr>
        <a:xfrm>
          <a:off x="3507590" y="1900992"/>
          <a:ext cx="3385069" cy="643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Commit to invest within a two year period</a:t>
          </a:r>
          <a:endParaRPr lang="en-US" sz="2400" b="1" kern="1200" dirty="0"/>
        </a:p>
      </dsp:txBody>
      <dsp:txXfrm>
        <a:off x="3539005" y="1932407"/>
        <a:ext cx="3322239" cy="580705"/>
      </dsp:txXfrm>
    </dsp:sp>
    <dsp:sp modelId="{84FED179-F2E6-4C13-9F75-93A52E761F7C}">
      <dsp:nvSpPr>
        <dsp:cNvPr id="0" name=""/>
        <dsp:cNvSpPr/>
      </dsp:nvSpPr>
      <dsp:spPr>
        <a:xfrm>
          <a:off x="3500750" y="2819401"/>
          <a:ext cx="3902221" cy="643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Willing to coach or mentor a young entrepreneur</a:t>
          </a:r>
          <a:endParaRPr lang="en-US" sz="2400" b="1" kern="1200" dirty="0"/>
        </a:p>
      </dsp:txBody>
      <dsp:txXfrm>
        <a:off x="3532165" y="2850816"/>
        <a:ext cx="3839391" cy="580705"/>
      </dsp:txXfrm>
    </dsp:sp>
    <dsp:sp modelId="{DBC656FD-0C3F-4168-BE2A-B140E03D04A5}">
      <dsp:nvSpPr>
        <dsp:cNvPr id="0" name=""/>
        <dsp:cNvSpPr/>
      </dsp:nvSpPr>
      <dsp:spPr>
        <a:xfrm>
          <a:off x="3505207" y="3623666"/>
          <a:ext cx="4160783" cy="64353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Payment of subscription</a:t>
          </a:r>
          <a:endParaRPr lang="en-US" sz="2400" b="1" kern="1200" dirty="0"/>
        </a:p>
      </dsp:txBody>
      <dsp:txXfrm>
        <a:off x="3536622" y="3655081"/>
        <a:ext cx="4097953" cy="5807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3973B-E22A-42F3-8B15-A94A92490B7F}">
      <dsp:nvSpPr>
        <dsp:cNvPr id="0" name=""/>
        <dsp:cNvSpPr/>
      </dsp:nvSpPr>
      <dsp:spPr>
        <a:xfrm>
          <a:off x="1752589" y="1825"/>
          <a:ext cx="5181611" cy="718433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Opportunity to network with fellow women at senior level</a:t>
          </a:r>
          <a:endParaRPr lang="en-US" sz="2000" b="1" kern="1200" dirty="0"/>
        </a:p>
      </dsp:txBody>
      <dsp:txXfrm>
        <a:off x="1752589" y="1825"/>
        <a:ext cx="5181611" cy="718433"/>
      </dsp:txXfrm>
    </dsp:sp>
    <dsp:sp modelId="{4D647797-1511-46BF-B73B-CFCCD32BEEE5}">
      <dsp:nvSpPr>
        <dsp:cNvPr id="0" name=""/>
        <dsp:cNvSpPr/>
      </dsp:nvSpPr>
      <dsp:spPr>
        <a:xfrm>
          <a:off x="990602" y="1825"/>
          <a:ext cx="711249" cy="718433"/>
        </a:xfrm>
        <a:prstGeom prst="rect">
          <a:avLst/>
        </a:prstGeom>
        <a:blipFill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DB32C-318F-427E-86CC-867DABCC22D4}">
      <dsp:nvSpPr>
        <dsp:cNvPr id="0" name=""/>
        <dsp:cNvSpPr/>
      </dsp:nvSpPr>
      <dsp:spPr>
        <a:xfrm>
          <a:off x="1031063" y="838801"/>
          <a:ext cx="5141137" cy="718433"/>
        </a:xfrm>
        <a:prstGeom prst="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Availability of investment opportunities</a:t>
          </a:r>
          <a:endParaRPr lang="en-US" sz="2400" kern="1200" dirty="0"/>
        </a:p>
      </dsp:txBody>
      <dsp:txXfrm>
        <a:off x="1031063" y="838801"/>
        <a:ext cx="5141137" cy="718433"/>
      </dsp:txXfrm>
    </dsp:sp>
    <dsp:sp modelId="{BEAA85CD-B578-4485-BE70-FE07F62BA383}">
      <dsp:nvSpPr>
        <dsp:cNvPr id="0" name=""/>
        <dsp:cNvSpPr/>
      </dsp:nvSpPr>
      <dsp:spPr>
        <a:xfrm>
          <a:off x="6222948" y="838801"/>
          <a:ext cx="711249" cy="718433"/>
        </a:xfrm>
        <a:prstGeom prst="rect">
          <a:avLst/>
        </a:prstGeom>
        <a:blipFill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7264F-ED9B-4F6E-9681-DE759CF1A003}">
      <dsp:nvSpPr>
        <dsp:cNvPr id="0" name=""/>
        <dsp:cNvSpPr/>
      </dsp:nvSpPr>
      <dsp:spPr>
        <a:xfrm>
          <a:off x="1905001" y="1675776"/>
          <a:ext cx="5049579" cy="718433"/>
        </a:xfrm>
        <a:prstGeom prst="rect">
          <a:avLst/>
        </a:prstGeom>
        <a:solidFill>
          <a:srgbClr val="16437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Ability to give back to society through impact investing</a:t>
          </a:r>
          <a:endParaRPr lang="en-US" sz="2000" b="1" kern="1200" dirty="0"/>
        </a:p>
      </dsp:txBody>
      <dsp:txXfrm>
        <a:off x="1905001" y="1675776"/>
        <a:ext cx="5049579" cy="718433"/>
      </dsp:txXfrm>
    </dsp:sp>
    <dsp:sp modelId="{55337137-E31A-4715-B63A-22F02C365469}">
      <dsp:nvSpPr>
        <dsp:cNvPr id="0" name=""/>
        <dsp:cNvSpPr/>
      </dsp:nvSpPr>
      <dsp:spPr>
        <a:xfrm>
          <a:off x="1066799" y="1675776"/>
          <a:ext cx="711249" cy="718433"/>
        </a:xfrm>
        <a:prstGeom prst="rect">
          <a:avLst/>
        </a:prstGeom>
        <a:blipFill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DD611-3578-452F-8B1F-006753FBF598}">
      <dsp:nvSpPr>
        <dsp:cNvPr id="0" name=""/>
        <dsp:cNvSpPr/>
      </dsp:nvSpPr>
      <dsp:spPr>
        <a:xfrm>
          <a:off x="1122630" y="2512752"/>
          <a:ext cx="5049563" cy="718433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Board seats</a:t>
          </a:r>
          <a:endParaRPr lang="en-US" sz="2800" kern="1200" dirty="0"/>
        </a:p>
      </dsp:txBody>
      <dsp:txXfrm>
        <a:off x="1122630" y="2512752"/>
        <a:ext cx="5049563" cy="718433"/>
      </dsp:txXfrm>
    </dsp:sp>
    <dsp:sp modelId="{A90BD8B1-B24C-40F6-9CE4-A075D29ED32E}">
      <dsp:nvSpPr>
        <dsp:cNvPr id="0" name=""/>
        <dsp:cNvSpPr/>
      </dsp:nvSpPr>
      <dsp:spPr>
        <a:xfrm>
          <a:off x="6248397" y="2512752"/>
          <a:ext cx="711249" cy="718433"/>
        </a:xfrm>
        <a:prstGeom prst="rect">
          <a:avLst/>
        </a:prstGeom>
        <a:blipFill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C11C8-D351-4375-8120-D46A913E7A71}">
      <dsp:nvSpPr>
        <dsp:cNvPr id="0" name=""/>
        <dsp:cNvSpPr/>
      </dsp:nvSpPr>
      <dsp:spPr>
        <a:xfrm>
          <a:off x="1905001" y="3349727"/>
          <a:ext cx="5029183" cy="718433"/>
        </a:xfrm>
        <a:prstGeom prst="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Investment Capacity development</a:t>
          </a:r>
          <a:endParaRPr lang="en-US" sz="2400" kern="1200" dirty="0"/>
        </a:p>
      </dsp:txBody>
      <dsp:txXfrm>
        <a:off x="1905001" y="3349727"/>
        <a:ext cx="5029183" cy="718433"/>
      </dsp:txXfrm>
    </dsp:sp>
    <dsp:sp modelId="{50CFFAAE-2616-4F61-9E3A-CA16C8EBF154}">
      <dsp:nvSpPr>
        <dsp:cNvPr id="0" name=""/>
        <dsp:cNvSpPr/>
      </dsp:nvSpPr>
      <dsp:spPr>
        <a:xfrm>
          <a:off x="1143002" y="3352802"/>
          <a:ext cx="711249" cy="718433"/>
        </a:xfrm>
        <a:prstGeom prst="rect">
          <a:avLst/>
        </a:prstGeom>
        <a:blipFill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BD8B6-3060-4893-AE29-23BFD3310B9C}">
      <dsp:nvSpPr>
        <dsp:cNvPr id="0" name=""/>
        <dsp:cNvSpPr/>
      </dsp:nvSpPr>
      <dsp:spPr>
        <a:xfrm>
          <a:off x="1122630" y="4186703"/>
          <a:ext cx="5049563" cy="718433"/>
        </a:xfrm>
        <a:prstGeom prst="rect">
          <a:avLst/>
        </a:prstGeom>
        <a:solidFill>
          <a:srgbClr val="16437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Build wealth</a:t>
          </a:r>
          <a:endParaRPr lang="en-US" sz="2400" kern="1200" dirty="0"/>
        </a:p>
      </dsp:txBody>
      <dsp:txXfrm>
        <a:off x="1122630" y="4186703"/>
        <a:ext cx="5049563" cy="718433"/>
      </dsp:txXfrm>
    </dsp:sp>
    <dsp:sp modelId="{6AAF3E5F-A70C-4CA1-A7E7-4BCD634F4064}">
      <dsp:nvSpPr>
        <dsp:cNvPr id="0" name=""/>
        <dsp:cNvSpPr/>
      </dsp:nvSpPr>
      <dsp:spPr>
        <a:xfrm>
          <a:off x="6222948" y="4186703"/>
          <a:ext cx="711249" cy="718433"/>
        </a:xfrm>
        <a:prstGeom prst="rect">
          <a:avLst/>
        </a:prstGeom>
        <a:blipFill>
          <a:blip xmlns:r="http://schemas.openxmlformats.org/officeDocument/2006/relationships" r:embed="rId6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3C36F-F3D9-4F17-B353-B6DCE5EC3D69}">
      <dsp:nvSpPr>
        <dsp:cNvPr id="0" name=""/>
        <dsp:cNvSpPr/>
      </dsp:nvSpPr>
      <dsp:spPr>
        <a:xfrm>
          <a:off x="1092271" y="1240"/>
          <a:ext cx="2261741" cy="13570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Monthly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Investment</a:t>
          </a:r>
          <a:endParaRPr lang="en-US" sz="3000" kern="1200" dirty="0"/>
        </a:p>
      </dsp:txBody>
      <dsp:txXfrm>
        <a:off x="1092271" y="1240"/>
        <a:ext cx="2261741" cy="1357044"/>
      </dsp:txXfrm>
    </dsp:sp>
    <dsp:sp modelId="{B99C1D35-E094-4D9F-A5D3-C34A71EDC9BD}">
      <dsp:nvSpPr>
        <dsp:cNvPr id="0" name=""/>
        <dsp:cNvSpPr/>
      </dsp:nvSpPr>
      <dsp:spPr>
        <a:xfrm>
          <a:off x="3580187" y="1240"/>
          <a:ext cx="2261741" cy="13570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Quarterly Investment</a:t>
          </a:r>
          <a:endParaRPr lang="en-US" sz="3000" kern="1200" dirty="0"/>
        </a:p>
      </dsp:txBody>
      <dsp:txXfrm>
        <a:off x="3580187" y="1240"/>
        <a:ext cx="2261741" cy="1357044"/>
      </dsp:txXfrm>
    </dsp:sp>
    <dsp:sp modelId="{FDFBB3C2-1B9F-4428-8C3E-96FAACBBEEF4}">
      <dsp:nvSpPr>
        <dsp:cNvPr id="0" name=""/>
        <dsp:cNvSpPr/>
      </dsp:nvSpPr>
      <dsp:spPr>
        <a:xfrm>
          <a:off x="1092271" y="1584459"/>
          <a:ext cx="2261741" cy="13570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Semi-Annual Investment</a:t>
          </a:r>
          <a:endParaRPr lang="en-US" sz="3000" kern="1200" dirty="0"/>
        </a:p>
      </dsp:txBody>
      <dsp:txXfrm>
        <a:off x="1092271" y="1584459"/>
        <a:ext cx="2261741" cy="1357044"/>
      </dsp:txXfrm>
    </dsp:sp>
    <dsp:sp modelId="{4D19F2E6-D0F0-4966-9AF7-426A645A18EC}">
      <dsp:nvSpPr>
        <dsp:cNvPr id="0" name=""/>
        <dsp:cNvSpPr/>
      </dsp:nvSpPr>
      <dsp:spPr>
        <a:xfrm>
          <a:off x="3580187" y="1584459"/>
          <a:ext cx="2261741" cy="13570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Annual</a:t>
          </a:r>
          <a:endParaRPr lang="en-US" sz="3000" kern="1200" dirty="0"/>
        </a:p>
      </dsp:txBody>
      <dsp:txXfrm>
        <a:off x="3580187" y="1584459"/>
        <a:ext cx="2261741" cy="1357044"/>
      </dsp:txXfrm>
    </dsp:sp>
    <dsp:sp modelId="{4C42AEFC-820B-45DA-B2A4-F67F4A1802E4}">
      <dsp:nvSpPr>
        <dsp:cNvPr id="0" name=""/>
        <dsp:cNvSpPr/>
      </dsp:nvSpPr>
      <dsp:spPr>
        <a:xfrm>
          <a:off x="2336229" y="3167677"/>
          <a:ext cx="2261741" cy="135704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Bulk as and When</a:t>
          </a:r>
          <a:endParaRPr lang="en-US" sz="3000" kern="1200" dirty="0"/>
        </a:p>
      </dsp:txBody>
      <dsp:txXfrm>
        <a:off x="2336229" y="3167677"/>
        <a:ext cx="2261741" cy="13570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8401E3-E1E9-46AB-ACA8-6DAA0CA5A311}">
      <dsp:nvSpPr>
        <dsp:cNvPr id="0" name=""/>
        <dsp:cNvSpPr/>
      </dsp:nvSpPr>
      <dsp:spPr>
        <a:xfrm rot="16200000">
          <a:off x="-829028" y="829914"/>
          <a:ext cx="3962401" cy="2302572"/>
        </a:xfrm>
        <a:prstGeom prst="flowChartManualOperation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4391" bIns="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smtClean="0"/>
            <a:t>Mostly convertible debts</a:t>
          </a:r>
          <a:endParaRPr lang="en-US" sz="3200" kern="1200"/>
        </a:p>
      </dsp:txBody>
      <dsp:txXfrm rot="5400000">
        <a:off x="886" y="792480"/>
        <a:ext cx="2302572" cy="2377441"/>
      </dsp:txXfrm>
    </dsp:sp>
    <dsp:sp modelId="{2EE7A3ED-28C5-415A-A4EF-5C40D50335FB}">
      <dsp:nvSpPr>
        <dsp:cNvPr id="0" name=""/>
        <dsp:cNvSpPr/>
      </dsp:nvSpPr>
      <dsp:spPr>
        <a:xfrm rot="16200000">
          <a:off x="1646237" y="829914"/>
          <a:ext cx="3962401" cy="2302572"/>
        </a:xfrm>
        <a:prstGeom prst="flowChartManualOperation">
          <a:avLst/>
        </a:prstGeom>
        <a:solidFill>
          <a:srgbClr val="16437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4391" bIns="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smtClean="0"/>
            <a:t>Preference shares</a:t>
          </a:r>
          <a:endParaRPr lang="en-US" sz="3200" kern="1200"/>
        </a:p>
      </dsp:txBody>
      <dsp:txXfrm rot="5400000">
        <a:off x="2476151" y="792480"/>
        <a:ext cx="2302572" cy="2377441"/>
      </dsp:txXfrm>
    </dsp:sp>
    <dsp:sp modelId="{679519A5-A7C8-458C-ABC2-452F8B4998E1}">
      <dsp:nvSpPr>
        <dsp:cNvPr id="0" name=""/>
        <dsp:cNvSpPr/>
      </dsp:nvSpPr>
      <dsp:spPr>
        <a:xfrm rot="16200000">
          <a:off x="4121502" y="829914"/>
          <a:ext cx="3962401" cy="2302572"/>
        </a:xfrm>
        <a:prstGeom prst="flowChartManualOperati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4391" bIns="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smtClean="0"/>
            <a:t>Straight debt	</a:t>
          </a:r>
          <a:endParaRPr lang="en-US" sz="3200" kern="1200"/>
        </a:p>
      </dsp:txBody>
      <dsp:txXfrm rot="5400000">
        <a:off x="4951416" y="792480"/>
        <a:ext cx="2302572" cy="23774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AD41D3-9763-4AE4-ABE4-E4E6E19110A9}">
      <dsp:nvSpPr>
        <dsp:cNvPr id="0" name=""/>
        <dsp:cNvSpPr/>
      </dsp:nvSpPr>
      <dsp:spPr>
        <a:xfrm>
          <a:off x="7083854" y="1610301"/>
          <a:ext cx="1305836" cy="130558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47EB6-B947-4BEE-BE25-070910DC82FF}">
      <dsp:nvSpPr>
        <dsp:cNvPr id="0" name=""/>
        <dsp:cNvSpPr/>
      </dsp:nvSpPr>
      <dsp:spPr>
        <a:xfrm>
          <a:off x="7127824" y="1653829"/>
          <a:ext cx="1218725" cy="12185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Depends on how much is needed, We select them</a:t>
          </a:r>
          <a:endParaRPr lang="en-US" sz="1400" b="1" kern="1200" dirty="0"/>
        </a:p>
      </dsp:txBody>
      <dsp:txXfrm>
        <a:off x="7302046" y="1827938"/>
        <a:ext cx="870281" cy="870315"/>
      </dsp:txXfrm>
    </dsp:sp>
    <dsp:sp modelId="{0C683430-A2C9-4EDC-A378-26D6CD2B5447}">
      <dsp:nvSpPr>
        <dsp:cNvPr id="0" name=""/>
        <dsp:cNvSpPr/>
      </dsp:nvSpPr>
      <dsp:spPr>
        <a:xfrm rot="2700000">
          <a:off x="5734969" y="1610155"/>
          <a:ext cx="1305652" cy="1305652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36D1E-3E7A-407A-93E2-787D5560C0CE}">
      <dsp:nvSpPr>
        <dsp:cNvPr id="0" name=""/>
        <dsp:cNvSpPr/>
      </dsp:nvSpPr>
      <dsp:spPr>
        <a:xfrm>
          <a:off x="5778847" y="1653829"/>
          <a:ext cx="1218725" cy="12185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/>
            <a:t>Pitch Session</a:t>
          </a:r>
          <a:endParaRPr lang="en-US" sz="1400" b="1" kern="1200"/>
        </a:p>
      </dsp:txBody>
      <dsp:txXfrm>
        <a:off x="5953069" y="1827938"/>
        <a:ext cx="870281" cy="870315"/>
      </dsp:txXfrm>
    </dsp:sp>
    <dsp:sp modelId="{DA969E0B-DA03-449D-B9AF-61CB86868FE7}">
      <dsp:nvSpPr>
        <dsp:cNvPr id="0" name=""/>
        <dsp:cNvSpPr/>
      </dsp:nvSpPr>
      <dsp:spPr>
        <a:xfrm rot="2700000">
          <a:off x="4385991" y="1610155"/>
          <a:ext cx="1305652" cy="1305652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0ED25-8E57-4BDA-B3CD-AE221FF9F880}">
      <dsp:nvSpPr>
        <dsp:cNvPr id="0" name=""/>
        <dsp:cNvSpPr/>
      </dsp:nvSpPr>
      <dsp:spPr>
        <a:xfrm>
          <a:off x="4429870" y="1653829"/>
          <a:ext cx="1218725" cy="12185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/>
            <a:t>Weekend Boot camp</a:t>
          </a:r>
          <a:endParaRPr lang="en-US" sz="1400" b="1" kern="1200"/>
        </a:p>
      </dsp:txBody>
      <dsp:txXfrm>
        <a:off x="4604092" y="1827938"/>
        <a:ext cx="870281" cy="870315"/>
      </dsp:txXfrm>
    </dsp:sp>
    <dsp:sp modelId="{8DD34030-9CF3-4196-A67E-DD15811E4F3A}">
      <dsp:nvSpPr>
        <dsp:cNvPr id="0" name=""/>
        <dsp:cNvSpPr/>
      </dsp:nvSpPr>
      <dsp:spPr>
        <a:xfrm rot="2700000">
          <a:off x="3037014" y="1610155"/>
          <a:ext cx="1305652" cy="1305652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45EA0-1712-4A82-ACBC-B86B8BC7D1EE}">
      <dsp:nvSpPr>
        <dsp:cNvPr id="0" name=""/>
        <dsp:cNvSpPr/>
      </dsp:nvSpPr>
      <dsp:spPr>
        <a:xfrm>
          <a:off x="3080893" y="1653829"/>
          <a:ext cx="1218725" cy="12185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/>
            <a:t>One Month Session</a:t>
          </a:r>
          <a:endParaRPr lang="en-US" sz="1400" b="1" kern="1200"/>
        </a:p>
      </dsp:txBody>
      <dsp:txXfrm>
        <a:off x="3254285" y="1827938"/>
        <a:ext cx="870281" cy="870315"/>
      </dsp:txXfrm>
    </dsp:sp>
    <dsp:sp modelId="{606C3C63-1DDC-4A4A-880B-ECB78127C5A5}">
      <dsp:nvSpPr>
        <dsp:cNvPr id="0" name=""/>
        <dsp:cNvSpPr/>
      </dsp:nvSpPr>
      <dsp:spPr>
        <a:xfrm rot="2700000">
          <a:off x="1688037" y="1610155"/>
          <a:ext cx="1305652" cy="1305652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97FF8-C8A3-49B3-9865-6046C236E2AC}">
      <dsp:nvSpPr>
        <dsp:cNvPr id="0" name=""/>
        <dsp:cNvSpPr/>
      </dsp:nvSpPr>
      <dsp:spPr>
        <a:xfrm>
          <a:off x="1731915" y="1653829"/>
          <a:ext cx="1218725" cy="12185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/>
            <a:t>Selection Committee</a:t>
          </a:r>
          <a:endParaRPr lang="en-US" sz="1400" b="1" kern="1200"/>
        </a:p>
      </dsp:txBody>
      <dsp:txXfrm>
        <a:off x="1905308" y="1827938"/>
        <a:ext cx="870281" cy="870315"/>
      </dsp:txXfrm>
    </dsp:sp>
    <dsp:sp modelId="{F7246520-199E-41A0-AF0E-C2161DC707AD}">
      <dsp:nvSpPr>
        <dsp:cNvPr id="0" name=""/>
        <dsp:cNvSpPr/>
      </dsp:nvSpPr>
      <dsp:spPr>
        <a:xfrm rot="2700000">
          <a:off x="339060" y="1610155"/>
          <a:ext cx="1305652" cy="1305652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05891-04D6-45D0-A512-1E5E55678FB8}">
      <dsp:nvSpPr>
        <dsp:cNvPr id="0" name=""/>
        <dsp:cNvSpPr/>
      </dsp:nvSpPr>
      <dsp:spPr>
        <a:xfrm>
          <a:off x="382109" y="1653829"/>
          <a:ext cx="1218725" cy="12185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/>
            <a:t>Call for Applications</a:t>
          </a:r>
          <a:endParaRPr lang="en-US" sz="1400" b="1" kern="1200"/>
        </a:p>
      </dsp:txBody>
      <dsp:txXfrm>
        <a:off x="556331" y="1827938"/>
        <a:ext cx="870281" cy="8703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99DBD-138F-4937-B63B-C26B615A0871}">
      <dsp:nvSpPr>
        <dsp:cNvPr id="0" name=""/>
        <dsp:cNvSpPr/>
      </dsp:nvSpPr>
      <dsp:spPr>
        <a:xfrm rot="5400000">
          <a:off x="5062205" y="-1965850"/>
          <a:ext cx="1067844" cy="526694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kern="1200" dirty="0" smtClean="0"/>
            <a:t>Early-Stage</a:t>
          </a:r>
          <a:endParaRPr lang="en-US" sz="2800" b="0" kern="1200" dirty="0"/>
        </a:p>
      </dsp:txBody>
      <dsp:txXfrm rot="-5400000">
        <a:off x="2962655" y="185828"/>
        <a:ext cx="5214816" cy="963588"/>
      </dsp:txXfrm>
    </dsp:sp>
    <dsp:sp modelId="{06976876-FBAC-4118-BB92-F4F6E1FD6C48}">
      <dsp:nvSpPr>
        <dsp:cNvPr id="0" name=""/>
        <dsp:cNvSpPr/>
      </dsp:nvSpPr>
      <dsp:spPr>
        <a:xfrm>
          <a:off x="0" y="219"/>
          <a:ext cx="2962656" cy="13348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kern="1200" dirty="0" smtClean="0"/>
            <a:t>LAN (MEMBERS)</a:t>
          </a:r>
          <a:endParaRPr lang="en-US" sz="2800" b="0" kern="1200" dirty="0"/>
        </a:p>
      </dsp:txBody>
      <dsp:txXfrm>
        <a:off x="65160" y="65379"/>
        <a:ext cx="2832336" cy="1204485"/>
      </dsp:txXfrm>
    </dsp:sp>
    <dsp:sp modelId="{75BA55D7-2048-4BEA-8E3E-C7FF89885560}">
      <dsp:nvSpPr>
        <dsp:cNvPr id="0" name=""/>
        <dsp:cNvSpPr/>
      </dsp:nvSpPr>
      <dsp:spPr>
        <a:xfrm rot="5400000">
          <a:off x="4881843" y="-367918"/>
          <a:ext cx="1417638" cy="526180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400" b="0" kern="1200" dirty="0" smtClean="0"/>
            <a:t>Deal Flow</a:t>
          </a:r>
          <a:endParaRPr lang="en-US" sz="2400" b="0" kern="1200" dirty="0"/>
        </a:p>
        <a:p>
          <a:pPr marL="0" lvl="1" indent="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400" b="0" kern="1200" dirty="0" smtClean="0"/>
            <a:t>Due Diligence </a:t>
          </a:r>
          <a:endParaRPr lang="en-US" sz="2400" b="0" kern="1200" dirty="0"/>
        </a:p>
        <a:p>
          <a:pPr marL="0" lvl="1" indent="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400" b="0" kern="1200" dirty="0" smtClean="0"/>
            <a:t>Valuation</a:t>
          </a:r>
          <a:endParaRPr lang="en-US" sz="2400" b="0" kern="1200" dirty="0"/>
        </a:p>
        <a:p>
          <a:pPr marL="0" lvl="1" indent="0" algn="l" defTabSz="10668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en-US" sz="2400" b="0" kern="1200" dirty="0" smtClean="0"/>
            <a:t>Deal Structure</a:t>
          </a:r>
          <a:endParaRPr lang="en-US" sz="2400" b="0" kern="1200" dirty="0"/>
        </a:p>
      </dsp:txBody>
      <dsp:txXfrm rot="-5400000">
        <a:off x="2959763" y="1623365"/>
        <a:ext cx="5192597" cy="1279232"/>
      </dsp:txXfrm>
    </dsp:sp>
    <dsp:sp modelId="{2A24EA45-DCF6-4977-BBAA-A2B95C56363B}">
      <dsp:nvSpPr>
        <dsp:cNvPr id="0" name=""/>
        <dsp:cNvSpPr/>
      </dsp:nvSpPr>
      <dsp:spPr>
        <a:xfrm>
          <a:off x="0" y="1401764"/>
          <a:ext cx="2959762" cy="17224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kern="1200" dirty="0" smtClean="0"/>
            <a:t>PROCESS</a:t>
          </a:r>
          <a:endParaRPr lang="en-US" sz="2800" b="0" kern="1200" dirty="0"/>
        </a:p>
      </dsp:txBody>
      <dsp:txXfrm>
        <a:off x="84082" y="1485846"/>
        <a:ext cx="2791598" cy="1554269"/>
      </dsp:txXfrm>
    </dsp:sp>
    <dsp:sp modelId="{F0E16B80-536A-4DA9-B793-CB86666024C3}">
      <dsp:nvSpPr>
        <dsp:cNvPr id="0" name=""/>
        <dsp:cNvSpPr/>
      </dsp:nvSpPr>
      <dsp:spPr>
        <a:xfrm rot="5400000">
          <a:off x="5062205" y="1224869"/>
          <a:ext cx="1067844" cy="526694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kern="1200" dirty="0" smtClean="0"/>
            <a:t>Investment Committee</a:t>
          </a:r>
          <a:endParaRPr lang="en-US" sz="2800" b="0" kern="1200" dirty="0"/>
        </a:p>
      </dsp:txBody>
      <dsp:txXfrm rot="-5400000">
        <a:off x="2962655" y="3376547"/>
        <a:ext cx="5214816" cy="963588"/>
      </dsp:txXfrm>
    </dsp:sp>
    <dsp:sp modelId="{B5A2F95B-8DEB-41A4-8F6C-167125097865}">
      <dsp:nvSpPr>
        <dsp:cNvPr id="0" name=""/>
        <dsp:cNvSpPr/>
      </dsp:nvSpPr>
      <dsp:spPr>
        <a:xfrm>
          <a:off x="0" y="3190938"/>
          <a:ext cx="2962656" cy="13348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0" kern="1200" dirty="0" smtClean="0"/>
            <a:t>ANGELS</a:t>
          </a:r>
          <a:endParaRPr lang="en-US" sz="2800" b="0" kern="1200" dirty="0"/>
        </a:p>
      </dsp:txBody>
      <dsp:txXfrm>
        <a:off x="65160" y="3256098"/>
        <a:ext cx="2832336" cy="1204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47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6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4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5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12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8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0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0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6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71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372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 userDrawn="1"/>
        </p:nvSpPr>
        <p:spPr>
          <a:xfrm>
            <a:off x="696191" y="533400"/>
            <a:ext cx="7772400" cy="83819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EC5E06"/>
                </a:solidFill>
                <a:latin typeface="Impact" pitchFamily="34" charset="0"/>
              </a:rPr>
              <a:t>ADD</a:t>
            </a:r>
            <a:endParaRPr lang="en-US" dirty="0">
              <a:solidFill>
                <a:srgbClr val="EC5E06"/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45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DYANG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57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338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22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l="-15000" t="7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29187-B317-4F78-8170-C5967AA0C6CE}" type="datetimeFigureOut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80719-5695-4E6E-A05E-D9884D615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6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27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2" r:id="rId4"/>
    <p:sldLayoutId id="2147483663" r:id="rId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3" b="59127"/>
          <a:stretch/>
        </p:blipFill>
        <p:spPr>
          <a:xfrm>
            <a:off x="1821873" y="76200"/>
            <a:ext cx="5493327" cy="35536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7" t="47677" r="17415" b="14141"/>
          <a:stretch/>
        </p:blipFill>
        <p:spPr>
          <a:xfrm>
            <a:off x="2743200" y="3733800"/>
            <a:ext cx="3505200" cy="261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5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006843077"/>
              </p:ext>
            </p:extLst>
          </p:nvPr>
        </p:nvGraphicFramePr>
        <p:xfrm>
          <a:off x="1381991" y="1828800"/>
          <a:ext cx="640080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96191" y="533400"/>
            <a:ext cx="7772400" cy="83819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rgbClr val="EC5E06"/>
                </a:solidFill>
                <a:latin typeface="Impact" pitchFamily="34" charset="0"/>
              </a:rPr>
              <a:t>Outline</a:t>
            </a:r>
            <a:endParaRPr lang="en-US" dirty="0">
              <a:solidFill>
                <a:srgbClr val="EC5E06"/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33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Introduction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Impact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731165"/>
              </p:ext>
            </p:extLst>
          </p:nvPr>
        </p:nvGraphicFramePr>
        <p:xfrm>
          <a:off x="457200" y="1600200"/>
          <a:ext cx="83820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3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8637" y="76200"/>
            <a:ext cx="5562600" cy="99060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Guiding Principle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Impact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2064" y="1066800"/>
            <a:ext cx="8367136" cy="487679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“You never change things by fighting the existing reality”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2400" dirty="0" smtClean="0"/>
              <a:t>“To change something, Build a new model that makes the existing model obsolete”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600" b="1" i="1" dirty="0" smtClean="0"/>
              <a:t>R. BUCKMINSTER FULLER</a:t>
            </a:r>
          </a:p>
          <a:p>
            <a:pPr marL="0" indent="0">
              <a:buNone/>
            </a:pPr>
            <a:endParaRPr lang="en-US" sz="1600" b="1" i="1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24200"/>
            <a:ext cx="74676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713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41021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Membership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78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010400" cy="8382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Member Benefits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992798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1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740327"/>
              </p:ext>
            </p:extLst>
          </p:nvPr>
        </p:nvGraphicFramePr>
        <p:xfrm>
          <a:off x="1311275" y="1524000"/>
          <a:ext cx="6934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4770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Investment Models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33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Investment Instruments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081555"/>
              </p:ext>
            </p:extLst>
          </p:nvPr>
        </p:nvGraphicFramePr>
        <p:xfrm>
          <a:off x="990600" y="1752599"/>
          <a:ext cx="7254875" cy="3962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5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6324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DEAL SELECTION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910779"/>
              </p:ext>
            </p:extLst>
          </p:nvPr>
        </p:nvGraphicFramePr>
        <p:xfrm>
          <a:off x="457200" y="1600200"/>
          <a:ext cx="8458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Content Placeholder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5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6797675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OPERATIONS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78992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969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600" dirty="0" smtClean="0">
              <a:solidFill>
                <a:schemeClr val="accent6">
                  <a:lumMod val="75000"/>
                </a:schemeClr>
              </a:solidFill>
              <a:latin typeface="Impact" pitchFamily="34" charset="0"/>
            </a:endParaRPr>
          </a:p>
          <a:p>
            <a:pPr marL="0" indent="0" algn="ctr">
              <a:buNone/>
            </a:pPr>
            <a:r>
              <a:rPr lang="en-US" sz="6600" dirty="0" smtClean="0">
                <a:solidFill>
                  <a:schemeClr val="accent6">
                    <a:lumMod val="75000"/>
                  </a:schemeClr>
                </a:solidFill>
                <a:latin typeface="Impact" pitchFamily="34" charset="0"/>
              </a:rPr>
              <a:t>THANK YOU</a:t>
            </a:r>
            <a:endParaRPr lang="en-US" sz="6600" dirty="0">
              <a:solidFill>
                <a:schemeClr val="accent6">
                  <a:lumMod val="75000"/>
                </a:schemeClr>
              </a:solidFill>
              <a:latin typeface="Impact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475" y="0"/>
            <a:ext cx="898525" cy="785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6858000" cy="868362"/>
          </a:xfrm>
        </p:spPr>
        <p:txBody>
          <a:bodyPr>
            <a:normAutofit/>
          </a:bodyPr>
          <a:lstStyle/>
          <a:p>
            <a:endParaRPr lang="en-US" sz="3600" dirty="0">
              <a:solidFill>
                <a:srgbClr val="EC5E06"/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85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oryboard Layou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202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Impact</vt:lpstr>
      <vt:lpstr>Office Theme</vt:lpstr>
      <vt:lpstr>Storyboard Layouts</vt:lpstr>
      <vt:lpstr>PowerPoint Presentation</vt:lpstr>
      <vt:lpstr>PowerPoint Presentation</vt:lpstr>
      <vt:lpstr>Introduction</vt:lpstr>
      <vt:lpstr>Guiding Principle</vt:lpstr>
      <vt:lpstr>Membership</vt:lpstr>
      <vt:lpstr>Member Benefits</vt:lpstr>
      <vt:lpstr>Investment Models</vt:lpstr>
      <vt:lpstr>Investment Instruments</vt:lpstr>
      <vt:lpstr>DEAL SELECTION</vt:lpstr>
      <vt:lpstr>OPERATIONS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Eshun-Rhule</dc:creator>
  <cp:lastModifiedBy>Hamdiya Ismaila</cp:lastModifiedBy>
  <cp:revision>23</cp:revision>
  <dcterms:created xsi:type="dcterms:W3CDTF">2018-11-23T15:48:05Z</dcterms:created>
  <dcterms:modified xsi:type="dcterms:W3CDTF">2018-11-24T17:00:31Z</dcterms:modified>
</cp:coreProperties>
</file>